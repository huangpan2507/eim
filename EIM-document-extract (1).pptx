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38"/>
  </p:sldMasterIdLst>
  <p:notesMasterIdLst>
    <p:notesMasterId r:id="rId55"/>
  </p:notesMasterIdLst>
  <p:handoutMasterIdLst>
    <p:handoutMasterId r:id="rId56"/>
  </p:handoutMasterIdLst>
  <p:sldIdLst>
    <p:sldId id="274" r:id="rId39"/>
    <p:sldId id="272" r:id="rId40"/>
    <p:sldId id="277" r:id="rId41"/>
    <p:sldId id="278" r:id="rId42"/>
    <p:sldId id="279" r:id="rId43"/>
    <p:sldId id="281" r:id="rId44"/>
    <p:sldId id="282" r:id="rId45"/>
    <p:sldId id="283" r:id="rId46"/>
    <p:sldId id="284" r:id="rId47"/>
    <p:sldId id="286" r:id="rId48"/>
    <p:sldId id="285" r:id="rId49"/>
    <p:sldId id="287" r:id="rId50"/>
    <p:sldId id="288" r:id="rId51"/>
    <p:sldId id="290" r:id="rId52"/>
    <p:sldId id="292" r:id="rId53"/>
    <p:sldId id="265" r:id="rId5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7"/>
      <p:bold r:id="rId58"/>
      <p:italic r:id="rId59"/>
      <p:boldItalic r:id="rId60"/>
    </p:embeddedFont>
    <p:embeddedFont>
      <p:font typeface="Tietoevry Sans 1 Light" pitchFamily="50" charset="0"/>
      <p:regular r:id="rId61"/>
      <p:italic r:id="rId62"/>
    </p:embeddedFont>
    <p:embeddedFont>
      <p:font typeface="Tietoevry Sans 1 Medium" pitchFamily="50" charset="0"/>
      <p:regular r:id="rId63"/>
      <p:italic r:id="rId64"/>
    </p:embeddedFont>
    <p:embeddedFont>
      <p:font typeface="Tietoevry Sans 1 Thin" pitchFamily="50" charset="0"/>
      <p:regular r:id="rId65"/>
      <p:italic r:id="rId6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BD5E9-70B3-4AD5-A195-53CF21A8B086}" v="187" dt="2025-08-04T05:48:03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68" y="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35" d="100"/>
          <a:sy n="135" d="100"/>
        </p:scale>
        <p:origin x="37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slide" Target="slides/slide4.xml"/><Relationship Id="rId47" Type="http://schemas.openxmlformats.org/officeDocument/2006/relationships/slide" Target="slides/slide9.xml"/><Relationship Id="rId63" Type="http://schemas.openxmlformats.org/officeDocument/2006/relationships/font" Target="fonts/font7.fntdata"/><Relationship Id="rId68" Type="http://schemas.openxmlformats.org/officeDocument/2006/relationships/viewProps" Target="viewProps.xml"/><Relationship Id="rId7" Type="http://schemas.openxmlformats.org/officeDocument/2006/relationships/customXml" Target="../customXml/item7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" Target="slides/slide2.xml"/><Relationship Id="rId45" Type="http://schemas.openxmlformats.org/officeDocument/2006/relationships/slide" Target="slides/slide7.xml"/><Relationship Id="rId53" Type="http://schemas.openxmlformats.org/officeDocument/2006/relationships/slide" Target="slides/slide15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customXml" Target="../customXml/item5.xml"/><Relationship Id="rId61" Type="http://schemas.openxmlformats.org/officeDocument/2006/relationships/font" Target="fonts/font5.fntdata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slide" Target="slides/slide5.xml"/><Relationship Id="rId48" Type="http://schemas.openxmlformats.org/officeDocument/2006/relationships/slide" Target="slides/slide10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slide" Target="slides/slide13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slideMaster" Target="slideMasters/slideMaster1.xml"/><Relationship Id="rId46" Type="http://schemas.openxmlformats.org/officeDocument/2006/relationships/slide" Target="slides/slide8.xml"/><Relationship Id="rId59" Type="http://schemas.openxmlformats.org/officeDocument/2006/relationships/font" Target="fonts/font3.fntdata"/><Relationship Id="rId67" Type="http://schemas.openxmlformats.org/officeDocument/2006/relationships/presProps" Target="presProps.xml"/><Relationship Id="rId20" Type="http://schemas.openxmlformats.org/officeDocument/2006/relationships/customXml" Target="../customXml/item20.xml"/><Relationship Id="rId41" Type="http://schemas.openxmlformats.org/officeDocument/2006/relationships/slide" Target="slides/slide3.xml"/><Relationship Id="rId54" Type="http://schemas.openxmlformats.org/officeDocument/2006/relationships/slide" Target="slides/slide16.xml"/><Relationship Id="rId62" Type="http://schemas.openxmlformats.org/officeDocument/2006/relationships/font" Target="fonts/font6.fntdata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11.xml"/><Relationship Id="rId57" Type="http://schemas.openxmlformats.org/officeDocument/2006/relationships/font" Target="fonts/font1.fntdata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" Target="slides/slide6.xml"/><Relationship Id="rId52" Type="http://schemas.openxmlformats.org/officeDocument/2006/relationships/slide" Target="slides/slide14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1.xml"/><Relationship Id="rId34" Type="http://schemas.openxmlformats.org/officeDocument/2006/relationships/customXml" Target="../customXml/item34.xml"/><Relationship Id="rId50" Type="http://schemas.openxmlformats.org/officeDocument/2006/relationships/slide" Target="slides/slide12.xml"/><Relationship Id="rId5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Huang" userId="ce823e18-f221-48aa-b4f5-21b821e3a192" providerId="ADAL" clId="{0ACBD5E9-70B3-4AD5-A195-53CF21A8B086}"/>
    <pc:docChg chg="custSel addSld delSld modSld">
      <pc:chgData name="Pan Huang" userId="ce823e18-f221-48aa-b4f5-21b821e3a192" providerId="ADAL" clId="{0ACBD5E9-70B3-4AD5-A195-53CF21A8B086}" dt="2025-08-04T05:56:21.194" v="184" actId="20577"/>
      <pc:docMkLst>
        <pc:docMk/>
      </pc:docMkLst>
      <pc:sldChg chg="addSp delSp modSp mod">
        <pc:chgData name="Pan Huang" userId="ce823e18-f221-48aa-b4f5-21b821e3a192" providerId="ADAL" clId="{0ACBD5E9-70B3-4AD5-A195-53CF21A8B086}" dt="2025-08-04T05:56:21.194" v="184" actId="20577"/>
        <pc:sldMkLst>
          <pc:docMk/>
          <pc:sldMk cId="1951873528" sldId="272"/>
        </pc:sldMkLst>
        <pc:spChg chg="mod">
          <ac:chgData name="Pan Huang" userId="ce823e18-f221-48aa-b4f5-21b821e3a192" providerId="ADAL" clId="{0ACBD5E9-70B3-4AD5-A195-53CF21A8B086}" dt="2025-08-04T05:37:32.787" v="164" actId="1076"/>
          <ac:spMkLst>
            <pc:docMk/>
            <pc:sldMk cId="1951873528" sldId="272"/>
            <ac:spMk id="2" creationId="{CF93ACCC-C742-51B5-6966-B2AF2B9F2192}"/>
          </ac:spMkLst>
        </pc:spChg>
        <pc:spChg chg="mod">
          <ac:chgData name="Pan Huang" userId="ce823e18-f221-48aa-b4f5-21b821e3a192" providerId="ADAL" clId="{0ACBD5E9-70B3-4AD5-A195-53CF21A8B086}" dt="2025-08-04T05:35:50.167" v="115" actId="1035"/>
          <ac:spMkLst>
            <pc:docMk/>
            <pc:sldMk cId="1951873528" sldId="272"/>
            <ac:spMk id="4" creationId="{B2E8FB14-7A61-0CF5-D199-7458768FC64D}"/>
          </ac:spMkLst>
        </pc:spChg>
        <pc:spChg chg="mod">
          <ac:chgData name="Pan Huang" userId="ce823e18-f221-48aa-b4f5-21b821e3a192" providerId="ADAL" clId="{0ACBD5E9-70B3-4AD5-A195-53CF21A8B086}" dt="2025-08-04T05:32:03.138" v="1" actId="14100"/>
          <ac:spMkLst>
            <pc:docMk/>
            <pc:sldMk cId="1951873528" sldId="272"/>
            <ac:spMk id="7" creationId="{DE4D7DC2-9944-1166-3F18-2D320958B22B}"/>
          </ac:spMkLst>
        </pc:spChg>
        <pc:spChg chg="mod">
          <ac:chgData name="Pan Huang" userId="ce823e18-f221-48aa-b4f5-21b821e3a192" providerId="ADAL" clId="{0ACBD5E9-70B3-4AD5-A195-53CF21A8B086}" dt="2025-08-04T05:36:09.737" v="123" actId="1036"/>
          <ac:spMkLst>
            <pc:docMk/>
            <pc:sldMk cId="1951873528" sldId="272"/>
            <ac:spMk id="8" creationId="{3562D8C1-D254-E993-C41D-81018C63EFC0}"/>
          </ac:spMkLst>
        </pc:spChg>
        <pc:spChg chg="del mod">
          <ac:chgData name="Pan Huang" userId="ce823e18-f221-48aa-b4f5-21b821e3a192" providerId="ADAL" clId="{0ACBD5E9-70B3-4AD5-A195-53CF21A8B086}" dt="2025-08-04T05:36:54.063" v="143" actId="478"/>
          <ac:spMkLst>
            <pc:docMk/>
            <pc:sldMk cId="1951873528" sldId="272"/>
            <ac:spMk id="9" creationId="{9DB66E0E-9AC8-B901-BADA-D05F108B4AB6}"/>
          </ac:spMkLst>
        </pc:spChg>
        <pc:spChg chg="mod">
          <ac:chgData name="Pan Huang" userId="ce823e18-f221-48aa-b4f5-21b821e3a192" providerId="ADAL" clId="{0ACBD5E9-70B3-4AD5-A195-53CF21A8B086}" dt="2025-08-04T05:35:29.869" v="102" actId="1037"/>
          <ac:spMkLst>
            <pc:docMk/>
            <pc:sldMk cId="1951873528" sldId="272"/>
            <ac:spMk id="10" creationId="{AFA0EA84-BC12-3CCE-29F4-7CAF5F1ACB8C}"/>
          </ac:spMkLst>
        </pc:spChg>
        <pc:spChg chg="del">
          <ac:chgData name="Pan Huang" userId="ce823e18-f221-48aa-b4f5-21b821e3a192" providerId="ADAL" clId="{0ACBD5E9-70B3-4AD5-A195-53CF21A8B086}" dt="2025-08-04T05:32:34.035" v="11" actId="478"/>
          <ac:spMkLst>
            <pc:docMk/>
            <pc:sldMk cId="1951873528" sldId="272"/>
            <ac:spMk id="11" creationId="{4340E848-A7EC-9853-498F-E7F2685656F3}"/>
          </ac:spMkLst>
        </pc:spChg>
        <pc:spChg chg="mod">
          <ac:chgData name="Pan Huang" userId="ce823e18-f221-48aa-b4f5-21b821e3a192" providerId="ADAL" clId="{0ACBD5E9-70B3-4AD5-A195-53CF21A8B086}" dt="2025-08-04T05:36:05.760" v="122" actId="1037"/>
          <ac:spMkLst>
            <pc:docMk/>
            <pc:sldMk cId="1951873528" sldId="272"/>
            <ac:spMk id="12" creationId="{35B4CF41-9B83-587D-765E-9832B473BE17}"/>
          </ac:spMkLst>
        </pc:spChg>
        <pc:spChg chg="del">
          <ac:chgData name="Pan Huang" userId="ce823e18-f221-48aa-b4f5-21b821e3a192" providerId="ADAL" clId="{0ACBD5E9-70B3-4AD5-A195-53CF21A8B086}" dt="2025-08-04T05:32:36.566" v="12" actId="478"/>
          <ac:spMkLst>
            <pc:docMk/>
            <pc:sldMk cId="1951873528" sldId="272"/>
            <ac:spMk id="13" creationId="{88C90B7E-1A0A-6446-398E-28864338875D}"/>
          </ac:spMkLst>
        </pc:spChg>
        <pc:spChg chg="mod">
          <ac:chgData name="Pan Huang" userId="ce823e18-f221-48aa-b4f5-21b821e3a192" providerId="ADAL" clId="{0ACBD5E9-70B3-4AD5-A195-53CF21A8B086}" dt="2025-08-04T05:36:46.779" v="142" actId="1037"/>
          <ac:spMkLst>
            <pc:docMk/>
            <pc:sldMk cId="1951873528" sldId="272"/>
            <ac:spMk id="14" creationId="{371A5BBF-3B8F-74C1-7B09-529D78BCC6A2}"/>
          </ac:spMkLst>
        </pc:spChg>
        <pc:spChg chg="del">
          <ac:chgData name="Pan Huang" userId="ce823e18-f221-48aa-b4f5-21b821e3a192" providerId="ADAL" clId="{0ACBD5E9-70B3-4AD5-A195-53CF21A8B086}" dt="2025-08-04T05:32:38.102" v="13" actId="478"/>
          <ac:spMkLst>
            <pc:docMk/>
            <pc:sldMk cId="1951873528" sldId="272"/>
            <ac:spMk id="15" creationId="{EF65876A-1369-33FF-A457-2BEA1E1DA0AA}"/>
          </ac:spMkLst>
        </pc:spChg>
        <pc:spChg chg="add mod">
          <ac:chgData name="Pan Huang" userId="ce823e18-f221-48aa-b4f5-21b821e3a192" providerId="ADAL" clId="{0ACBD5E9-70B3-4AD5-A195-53CF21A8B086}" dt="2025-08-04T05:33:23.380" v="57" actId="1035"/>
          <ac:spMkLst>
            <pc:docMk/>
            <pc:sldMk cId="1951873528" sldId="272"/>
            <ac:spMk id="16" creationId="{1D2EFB90-FB06-E18A-CF0A-D2862E4F3F87}"/>
          </ac:spMkLst>
        </pc:spChg>
        <pc:spChg chg="mod">
          <ac:chgData name="Pan Huang" userId="ce823e18-f221-48aa-b4f5-21b821e3a192" providerId="ADAL" clId="{0ACBD5E9-70B3-4AD5-A195-53CF21A8B086}" dt="2025-08-04T05:37:30.570" v="163" actId="1036"/>
          <ac:spMkLst>
            <pc:docMk/>
            <pc:sldMk cId="1951873528" sldId="272"/>
            <ac:spMk id="17" creationId="{E2F8371E-093E-EB98-816E-F512810D5C77}"/>
          </ac:spMkLst>
        </pc:spChg>
        <pc:spChg chg="del">
          <ac:chgData name="Pan Huang" userId="ce823e18-f221-48aa-b4f5-21b821e3a192" providerId="ADAL" clId="{0ACBD5E9-70B3-4AD5-A195-53CF21A8B086}" dt="2025-08-04T05:32:40.217" v="14" actId="478"/>
          <ac:spMkLst>
            <pc:docMk/>
            <pc:sldMk cId="1951873528" sldId="272"/>
            <ac:spMk id="18" creationId="{DDBC336A-F053-6611-D58D-09028936436F}"/>
          </ac:spMkLst>
        </pc:spChg>
        <pc:spChg chg="add mod">
          <ac:chgData name="Pan Huang" userId="ce823e18-f221-48aa-b4f5-21b821e3a192" providerId="ADAL" clId="{0ACBD5E9-70B3-4AD5-A195-53CF21A8B086}" dt="2025-08-04T05:34:19.002" v="66" actId="20577"/>
          <ac:spMkLst>
            <pc:docMk/>
            <pc:sldMk cId="1951873528" sldId="272"/>
            <ac:spMk id="19" creationId="{B337DC5D-00CA-4CFE-94E1-7A66019DD4DB}"/>
          </ac:spMkLst>
        </pc:spChg>
        <pc:spChg chg="add mod">
          <ac:chgData name="Pan Huang" userId="ce823e18-f221-48aa-b4f5-21b821e3a192" providerId="ADAL" clId="{0ACBD5E9-70B3-4AD5-A195-53CF21A8B086}" dt="2025-08-04T05:34:56.574" v="74" actId="20577"/>
          <ac:spMkLst>
            <pc:docMk/>
            <pc:sldMk cId="1951873528" sldId="272"/>
            <ac:spMk id="20" creationId="{92FF6593-678D-36BE-5D84-4A0C8DF8793D}"/>
          </ac:spMkLst>
        </pc:spChg>
        <pc:spChg chg="add mod">
          <ac:chgData name="Pan Huang" userId="ce823e18-f221-48aa-b4f5-21b821e3a192" providerId="ADAL" clId="{0ACBD5E9-70B3-4AD5-A195-53CF21A8B086}" dt="2025-08-04T05:36:24.779" v="126" actId="20577"/>
          <ac:spMkLst>
            <pc:docMk/>
            <pc:sldMk cId="1951873528" sldId="272"/>
            <ac:spMk id="21" creationId="{7CF1DA5D-C0DF-F273-A0E4-0E5105783C15}"/>
          </ac:spMkLst>
        </pc:spChg>
        <pc:spChg chg="add mod">
          <ac:chgData name="Pan Huang" userId="ce823e18-f221-48aa-b4f5-21b821e3a192" providerId="ADAL" clId="{0ACBD5E9-70B3-4AD5-A195-53CF21A8B086}" dt="2025-08-04T05:56:21.194" v="184" actId="20577"/>
          <ac:spMkLst>
            <pc:docMk/>
            <pc:sldMk cId="1951873528" sldId="272"/>
            <ac:spMk id="22" creationId="{A946648E-C05D-D8AC-4116-813B4F0B109F}"/>
          </ac:spMkLst>
        </pc:spChg>
      </pc:sldChg>
      <pc:sldChg chg="del">
        <pc:chgData name="Pan Huang" userId="ce823e18-f221-48aa-b4f5-21b821e3a192" providerId="ADAL" clId="{0ACBD5E9-70B3-4AD5-A195-53CF21A8B086}" dt="2025-08-04T05:48:03.607" v="182" actId="2696"/>
        <pc:sldMkLst>
          <pc:docMk/>
          <pc:sldMk cId="310080976" sldId="291"/>
        </pc:sldMkLst>
      </pc:sldChg>
      <pc:sldChg chg="del">
        <pc:chgData name="Pan Huang" userId="ce823e18-f221-48aa-b4f5-21b821e3a192" providerId="ADAL" clId="{0ACBD5E9-70B3-4AD5-A195-53CF21A8B086}" dt="2025-08-04T05:31:45.462" v="0" actId="2696"/>
        <pc:sldMkLst>
          <pc:docMk/>
          <pc:sldMk cId="849310438" sldId="292"/>
        </pc:sldMkLst>
      </pc:sldChg>
      <pc:sldChg chg="addSp delSp modSp add mod">
        <pc:chgData name="Pan Huang" userId="ce823e18-f221-48aa-b4f5-21b821e3a192" providerId="ADAL" clId="{0ACBD5E9-70B3-4AD5-A195-53CF21A8B086}" dt="2025-08-04T05:47:52.523" v="181" actId="14100"/>
        <pc:sldMkLst>
          <pc:docMk/>
          <pc:sldMk cId="2794993940" sldId="292"/>
        </pc:sldMkLst>
        <pc:spChg chg="del">
          <ac:chgData name="Pan Huang" userId="ce823e18-f221-48aa-b4f5-21b821e3a192" providerId="ADAL" clId="{0ACBD5E9-70B3-4AD5-A195-53CF21A8B086}" dt="2025-08-04T05:46:16.552" v="169" actId="478"/>
          <ac:spMkLst>
            <pc:docMk/>
            <pc:sldMk cId="2794993940" sldId="292"/>
            <ac:spMk id="2" creationId="{B5C2287C-D57A-B1EE-277A-315949E1891B}"/>
          </ac:spMkLst>
        </pc:spChg>
        <pc:spChg chg="del">
          <ac:chgData name="Pan Huang" userId="ce823e18-f221-48aa-b4f5-21b821e3a192" providerId="ADAL" clId="{0ACBD5E9-70B3-4AD5-A195-53CF21A8B086}" dt="2025-08-04T05:46:13.140" v="167" actId="478"/>
          <ac:spMkLst>
            <pc:docMk/>
            <pc:sldMk cId="2794993940" sldId="292"/>
            <ac:spMk id="8" creationId="{DAE0BE8B-7D45-86B7-DE14-5B40B0CDB038}"/>
          </ac:spMkLst>
        </pc:spChg>
        <pc:picChg chg="add del">
          <ac:chgData name="Pan Huang" userId="ce823e18-f221-48aa-b4f5-21b821e3a192" providerId="ADAL" clId="{0ACBD5E9-70B3-4AD5-A195-53CF21A8B086}" dt="2025-08-04T05:46:16.552" v="169" actId="478"/>
          <ac:picMkLst>
            <pc:docMk/>
            <pc:sldMk cId="2794993940" sldId="292"/>
            <ac:picMk id="1026" creationId="{0D149C90-413A-2E16-227A-93A0E5CC98D7}"/>
          </ac:picMkLst>
        </pc:picChg>
        <pc:picChg chg="add mod">
          <ac:chgData name="Pan Huang" userId="ce823e18-f221-48aa-b4f5-21b821e3a192" providerId="ADAL" clId="{0ACBD5E9-70B3-4AD5-A195-53CF21A8B086}" dt="2025-08-04T05:47:09.422" v="175" actId="14100"/>
          <ac:picMkLst>
            <pc:docMk/>
            <pc:sldMk cId="2794993940" sldId="292"/>
            <ac:picMk id="1028" creationId="{4BAA1E0C-A0EF-ECD8-1A1B-A863221D2705}"/>
          </ac:picMkLst>
        </pc:picChg>
        <pc:picChg chg="add mod">
          <ac:chgData name="Pan Huang" userId="ce823e18-f221-48aa-b4f5-21b821e3a192" providerId="ADAL" clId="{0ACBD5E9-70B3-4AD5-A195-53CF21A8B086}" dt="2025-08-04T05:47:52.523" v="181" actId="14100"/>
          <ac:picMkLst>
            <pc:docMk/>
            <pc:sldMk cId="2794993940" sldId="292"/>
            <ac:picMk id="1030" creationId="{352A5ABB-40AC-641A-7D66-C02B704CA84D}"/>
          </ac:picMkLst>
        </pc:picChg>
        <pc:picChg chg="del">
          <ac:chgData name="Pan Huang" userId="ce823e18-f221-48aa-b4f5-21b821e3a192" providerId="ADAL" clId="{0ACBD5E9-70B3-4AD5-A195-53CF21A8B086}" dt="2025-08-04T05:45:44.616" v="166" actId="478"/>
          <ac:picMkLst>
            <pc:docMk/>
            <pc:sldMk cId="2794993940" sldId="292"/>
            <ac:picMk id="2050" creationId="{30B2B224-9BC7-D4C8-3868-783B0ADC9C04}"/>
          </ac:picMkLst>
        </pc:picChg>
      </pc:sldChg>
    </pc:docChg>
  </pc:docChgLst>
  <pc:docChgLst>
    <pc:chgData name="Pan Huang" userId="ce823e18-f221-48aa-b4f5-21b821e3a192" providerId="ADAL" clId="{202ACDF6-7ABC-4A54-8FD7-ADD6D3EA9176}"/>
    <pc:docChg chg="undo custSel addSld delSld modSld sldOrd">
      <pc:chgData name="Pan Huang" userId="ce823e18-f221-48aa-b4f5-21b821e3a192" providerId="ADAL" clId="{202ACDF6-7ABC-4A54-8FD7-ADD6D3EA9176}" dt="2025-08-01T08:02:12.079" v="823" actId="478"/>
      <pc:docMkLst>
        <pc:docMk/>
      </pc:docMkLst>
      <pc:sldChg chg="del">
        <pc:chgData name="Pan Huang" userId="ce823e18-f221-48aa-b4f5-21b821e3a192" providerId="ADAL" clId="{202ACDF6-7ABC-4A54-8FD7-ADD6D3EA9176}" dt="2025-08-01T02:07:45.592" v="303" actId="47"/>
        <pc:sldMkLst>
          <pc:docMk/>
          <pc:sldMk cId="2734097437" sldId="256"/>
        </pc:sldMkLst>
      </pc:sldChg>
      <pc:sldChg chg="addSp delSp modSp mod ord">
        <pc:chgData name="Pan Huang" userId="ce823e18-f221-48aa-b4f5-21b821e3a192" providerId="ADAL" clId="{202ACDF6-7ABC-4A54-8FD7-ADD6D3EA9176}" dt="2025-08-01T03:06:35.870" v="813" actId="1038"/>
        <pc:sldMkLst>
          <pc:docMk/>
          <pc:sldMk cId="1951873528" sldId="272"/>
        </pc:sldMkLst>
        <pc:spChg chg="add mod">
          <ac:chgData name="Pan Huang" userId="ce823e18-f221-48aa-b4f5-21b821e3a192" providerId="ADAL" clId="{202ACDF6-7ABC-4A54-8FD7-ADD6D3EA9176}" dt="2025-08-01T02:50:41.415" v="649" actId="1076"/>
          <ac:spMkLst>
            <pc:docMk/>
            <pc:sldMk cId="1951873528" sldId="272"/>
            <ac:spMk id="2" creationId="{CF93ACCC-C742-51B5-6966-B2AF2B9F2192}"/>
          </ac:spMkLst>
        </pc:spChg>
        <pc:spChg chg="add mod">
          <ac:chgData name="Pan Huang" userId="ce823e18-f221-48aa-b4f5-21b821e3a192" providerId="ADAL" clId="{202ACDF6-7ABC-4A54-8FD7-ADD6D3EA9176}" dt="2025-08-01T02:14:03.552" v="551" actId="207"/>
          <ac:spMkLst>
            <pc:docMk/>
            <pc:sldMk cId="1951873528" sldId="272"/>
            <ac:spMk id="3" creationId="{38745929-1A95-4CE1-A854-5232F439EB97}"/>
          </ac:spMkLst>
        </pc:spChg>
        <pc:spChg chg="add mod">
          <ac:chgData name="Pan Huang" userId="ce823e18-f221-48aa-b4f5-21b821e3a192" providerId="ADAL" clId="{202ACDF6-7ABC-4A54-8FD7-ADD6D3EA9176}" dt="2025-08-01T03:06:35.870" v="813" actId="1038"/>
          <ac:spMkLst>
            <pc:docMk/>
            <pc:sldMk cId="1951873528" sldId="272"/>
            <ac:spMk id="4" creationId="{B2E8FB14-7A61-0CF5-D199-7458768FC64D}"/>
          </ac:spMkLst>
        </pc:spChg>
        <pc:spChg chg="add mod">
          <ac:chgData name="Pan Huang" userId="ce823e18-f221-48aa-b4f5-21b821e3a192" providerId="ADAL" clId="{202ACDF6-7ABC-4A54-8FD7-ADD6D3EA9176}" dt="2025-08-01T02:51:01.047" v="664" actId="1036"/>
          <ac:spMkLst>
            <pc:docMk/>
            <pc:sldMk cId="1951873528" sldId="272"/>
            <ac:spMk id="7" creationId="{DE4D7DC2-9944-1166-3F18-2D320958B22B}"/>
          </ac:spMkLst>
        </pc:spChg>
        <pc:spChg chg="add mod">
          <ac:chgData name="Pan Huang" userId="ce823e18-f221-48aa-b4f5-21b821e3a192" providerId="ADAL" clId="{202ACDF6-7ABC-4A54-8FD7-ADD6D3EA9176}" dt="2025-08-01T03:06:35.870" v="813" actId="1038"/>
          <ac:spMkLst>
            <pc:docMk/>
            <pc:sldMk cId="1951873528" sldId="272"/>
            <ac:spMk id="8" creationId="{3562D8C1-D254-E993-C41D-81018C63EFC0}"/>
          </ac:spMkLst>
        </pc:spChg>
        <pc:spChg chg="add mod">
          <ac:chgData name="Pan Huang" userId="ce823e18-f221-48aa-b4f5-21b821e3a192" providerId="ADAL" clId="{202ACDF6-7ABC-4A54-8FD7-ADD6D3EA9176}" dt="2025-08-01T02:51:13.295" v="669" actId="20577"/>
          <ac:spMkLst>
            <pc:docMk/>
            <pc:sldMk cId="1951873528" sldId="272"/>
            <ac:spMk id="10" creationId="{AFA0EA84-BC12-3CCE-29F4-7CAF5F1ACB8C}"/>
          </ac:spMkLst>
        </pc:spChg>
        <pc:spChg chg="add mod">
          <ac:chgData name="Pan Huang" userId="ce823e18-f221-48aa-b4f5-21b821e3a192" providerId="ADAL" clId="{202ACDF6-7ABC-4A54-8FD7-ADD6D3EA9176}" dt="2025-08-01T03:06:35.870" v="813" actId="1038"/>
          <ac:spMkLst>
            <pc:docMk/>
            <pc:sldMk cId="1951873528" sldId="272"/>
            <ac:spMk id="12" creationId="{35B4CF41-9B83-587D-765E-9832B473BE17}"/>
          </ac:spMkLst>
        </pc:spChg>
        <pc:spChg chg="add mod">
          <ac:chgData name="Pan Huang" userId="ce823e18-f221-48aa-b4f5-21b821e3a192" providerId="ADAL" clId="{202ACDF6-7ABC-4A54-8FD7-ADD6D3EA9176}" dt="2025-08-01T03:06:35.870" v="813" actId="1038"/>
          <ac:spMkLst>
            <pc:docMk/>
            <pc:sldMk cId="1951873528" sldId="272"/>
            <ac:spMk id="14" creationId="{371A5BBF-3B8F-74C1-7B09-529D78BCC6A2}"/>
          </ac:spMkLst>
        </pc:spChg>
        <pc:spChg chg="add mod">
          <ac:chgData name="Pan Huang" userId="ce823e18-f221-48aa-b4f5-21b821e3a192" providerId="ADAL" clId="{202ACDF6-7ABC-4A54-8FD7-ADD6D3EA9176}" dt="2025-08-01T03:06:35.870" v="813" actId="1038"/>
          <ac:spMkLst>
            <pc:docMk/>
            <pc:sldMk cId="1951873528" sldId="272"/>
            <ac:spMk id="17" creationId="{E2F8371E-093E-EB98-816E-F512810D5C77}"/>
          </ac:spMkLst>
        </pc:spChg>
      </pc:sldChg>
      <pc:sldChg chg="addSp delSp modSp mod">
        <pc:chgData name="Pan Huang" userId="ce823e18-f221-48aa-b4f5-21b821e3a192" providerId="ADAL" clId="{202ACDF6-7ABC-4A54-8FD7-ADD6D3EA9176}" dt="2025-08-01T03:06:03.049" v="751" actId="1076"/>
        <pc:sldMkLst>
          <pc:docMk/>
          <pc:sldMk cId="648526495" sldId="274"/>
        </pc:sldMkLst>
        <pc:spChg chg="mod">
          <ac:chgData name="Pan Huang" userId="ce823e18-f221-48aa-b4f5-21b821e3a192" providerId="ADAL" clId="{202ACDF6-7ABC-4A54-8FD7-ADD6D3EA9176}" dt="2025-08-01T03:06:03.049" v="751" actId="1076"/>
          <ac:spMkLst>
            <pc:docMk/>
            <pc:sldMk cId="648526495" sldId="274"/>
            <ac:spMk id="9" creationId="{6930B868-2CEC-32F3-B8A6-C42288BDD920}"/>
          </ac:spMkLst>
        </pc:spChg>
      </pc:sldChg>
      <pc:sldChg chg="del">
        <pc:chgData name="Pan Huang" userId="ce823e18-f221-48aa-b4f5-21b821e3a192" providerId="ADAL" clId="{202ACDF6-7ABC-4A54-8FD7-ADD6D3EA9176}" dt="2025-07-31T10:21:54.448" v="118" actId="47"/>
        <pc:sldMkLst>
          <pc:docMk/>
          <pc:sldMk cId="1655256025" sldId="276"/>
        </pc:sldMkLst>
      </pc:sldChg>
      <pc:sldChg chg="addSp modSp mod">
        <pc:chgData name="Pan Huang" userId="ce823e18-f221-48aa-b4f5-21b821e3a192" providerId="ADAL" clId="{202ACDF6-7ABC-4A54-8FD7-ADD6D3EA9176}" dt="2025-08-01T02:54:24.923" v="690" actId="20577"/>
        <pc:sldMkLst>
          <pc:docMk/>
          <pc:sldMk cId="1753888851" sldId="277"/>
        </pc:sldMkLst>
        <pc:spChg chg="mod">
          <ac:chgData name="Pan Huang" userId="ce823e18-f221-48aa-b4f5-21b821e3a192" providerId="ADAL" clId="{202ACDF6-7ABC-4A54-8FD7-ADD6D3EA9176}" dt="2025-08-01T02:54:24.923" v="690" actId="20577"/>
          <ac:spMkLst>
            <pc:docMk/>
            <pc:sldMk cId="1753888851" sldId="277"/>
            <ac:spMk id="3" creationId="{ED54D5CB-B840-708E-1358-40195C807C78}"/>
          </ac:spMkLst>
        </pc:spChg>
        <pc:spChg chg="add mod">
          <ac:chgData name="Pan Huang" userId="ce823e18-f221-48aa-b4f5-21b821e3a192" providerId="ADAL" clId="{202ACDF6-7ABC-4A54-8FD7-ADD6D3EA9176}" dt="2025-08-01T01:40:33.513" v="151" actId="1582"/>
          <ac:spMkLst>
            <pc:docMk/>
            <pc:sldMk cId="1753888851" sldId="277"/>
            <ac:spMk id="7" creationId="{E1BAC5F8-2215-B84A-9494-77FE55466474}"/>
          </ac:spMkLst>
        </pc:spChg>
      </pc:sldChg>
      <pc:sldChg chg="modSp mod">
        <pc:chgData name="Pan Huang" userId="ce823e18-f221-48aa-b4f5-21b821e3a192" providerId="ADAL" clId="{202ACDF6-7ABC-4A54-8FD7-ADD6D3EA9176}" dt="2025-08-01T01:35:20.830" v="119" actId="1076"/>
        <pc:sldMkLst>
          <pc:docMk/>
          <pc:sldMk cId="697728124" sldId="278"/>
        </pc:sldMkLst>
        <pc:spChg chg="mod">
          <ac:chgData name="Pan Huang" userId="ce823e18-f221-48aa-b4f5-21b821e3a192" providerId="ADAL" clId="{202ACDF6-7ABC-4A54-8FD7-ADD6D3EA9176}" dt="2025-08-01T01:35:20.830" v="119" actId="1076"/>
          <ac:spMkLst>
            <pc:docMk/>
            <pc:sldMk cId="697728124" sldId="278"/>
            <ac:spMk id="2" creationId="{AF7EE51F-9515-C9F5-DB7D-0E39EDB1F40F}"/>
          </ac:spMkLst>
        </pc:spChg>
      </pc:sldChg>
      <pc:sldChg chg="modSp mod">
        <pc:chgData name="Pan Huang" userId="ce823e18-f221-48aa-b4f5-21b821e3a192" providerId="ADAL" clId="{202ACDF6-7ABC-4A54-8FD7-ADD6D3EA9176}" dt="2025-08-01T01:35:46.251" v="143" actId="20577"/>
        <pc:sldMkLst>
          <pc:docMk/>
          <pc:sldMk cId="1763182697" sldId="279"/>
        </pc:sldMkLst>
        <pc:spChg chg="mod">
          <ac:chgData name="Pan Huang" userId="ce823e18-f221-48aa-b4f5-21b821e3a192" providerId="ADAL" clId="{202ACDF6-7ABC-4A54-8FD7-ADD6D3EA9176}" dt="2025-08-01T01:35:46.251" v="143" actId="20577"/>
          <ac:spMkLst>
            <pc:docMk/>
            <pc:sldMk cId="1763182697" sldId="279"/>
            <ac:spMk id="2" creationId="{77FB9BAB-7A99-8152-11F7-07425F3AFBBE}"/>
          </ac:spMkLst>
        </pc:spChg>
      </pc:sldChg>
      <pc:sldChg chg="del">
        <pc:chgData name="Pan Huang" userId="ce823e18-f221-48aa-b4f5-21b821e3a192" providerId="ADAL" clId="{202ACDF6-7ABC-4A54-8FD7-ADD6D3EA9176}" dt="2025-08-01T01:45:02.184" v="182" actId="47"/>
        <pc:sldMkLst>
          <pc:docMk/>
          <pc:sldMk cId="3985874714" sldId="280"/>
        </pc:sldMkLst>
      </pc:sldChg>
      <pc:sldChg chg="addSp modSp mod">
        <pc:chgData name="Pan Huang" userId="ce823e18-f221-48aa-b4f5-21b821e3a192" providerId="ADAL" clId="{202ACDF6-7ABC-4A54-8FD7-ADD6D3EA9176}" dt="2025-08-01T01:41:57.969" v="156" actId="1582"/>
        <pc:sldMkLst>
          <pc:docMk/>
          <pc:sldMk cId="711941021" sldId="282"/>
        </pc:sldMkLst>
        <pc:spChg chg="add mod">
          <ac:chgData name="Pan Huang" userId="ce823e18-f221-48aa-b4f5-21b821e3a192" providerId="ADAL" clId="{202ACDF6-7ABC-4A54-8FD7-ADD6D3EA9176}" dt="2025-08-01T01:41:57.969" v="156" actId="1582"/>
          <ac:spMkLst>
            <pc:docMk/>
            <pc:sldMk cId="711941021" sldId="282"/>
            <ac:spMk id="3" creationId="{32F5DD12-C939-2695-0634-85D703999085}"/>
          </ac:spMkLst>
        </pc:spChg>
        <pc:spChg chg="mod">
          <ac:chgData name="Pan Huang" userId="ce823e18-f221-48aa-b4f5-21b821e3a192" providerId="ADAL" clId="{202ACDF6-7ABC-4A54-8FD7-ADD6D3EA9176}" dt="2025-07-31T10:15:23.517" v="31"/>
          <ac:spMkLst>
            <pc:docMk/>
            <pc:sldMk cId="711941021" sldId="282"/>
            <ac:spMk id="8" creationId="{A3DFBB5D-53BF-E1FE-4E44-B99384E2FE7E}"/>
          </ac:spMkLst>
        </pc:spChg>
      </pc:sldChg>
      <pc:sldChg chg="addSp delSp modSp mod">
        <pc:chgData name="Pan Huang" userId="ce823e18-f221-48aa-b4f5-21b821e3a192" providerId="ADAL" clId="{202ACDF6-7ABC-4A54-8FD7-ADD6D3EA9176}" dt="2025-07-31T10:20:53.223" v="107" actId="1076"/>
        <pc:sldMkLst>
          <pc:docMk/>
          <pc:sldMk cId="3137487718" sldId="284"/>
        </pc:sldMkLst>
        <pc:spChg chg="mod">
          <ac:chgData name="Pan Huang" userId="ce823e18-f221-48aa-b4f5-21b821e3a192" providerId="ADAL" clId="{202ACDF6-7ABC-4A54-8FD7-ADD6D3EA9176}" dt="2025-07-31T10:20:53.223" v="107" actId="1076"/>
          <ac:spMkLst>
            <pc:docMk/>
            <pc:sldMk cId="3137487718" sldId="284"/>
            <ac:spMk id="8" creationId="{A131486E-A425-7D9D-06E7-F09CEFA2715A}"/>
          </ac:spMkLst>
        </pc:spChg>
        <pc:picChg chg="add mod">
          <ac:chgData name="Pan Huang" userId="ce823e18-f221-48aa-b4f5-21b821e3a192" providerId="ADAL" clId="{202ACDF6-7ABC-4A54-8FD7-ADD6D3EA9176}" dt="2025-07-31T10:20:03.462" v="83" actId="1076"/>
          <ac:picMkLst>
            <pc:docMk/>
            <pc:sldMk cId="3137487718" sldId="284"/>
            <ac:picMk id="4" creationId="{18B50638-AE62-2CAB-1E64-25F9F67A3A05}"/>
          </ac:picMkLst>
        </pc:picChg>
      </pc:sldChg>
      <pc:sldChg chg="addSp modSp mod ord">
        <pc:chgData name="Pan Huang" userId="ce823e18-f221-48aa-b4f5-21b821e3a192" providerId="ADAL" clId="{202ACDF6-7ABC-4A54-8FD7-ADD6D3EA9176}" dt="2025-08-01T02:58:57.738" v="691" actId="14100"/>
        <pc:sldMkLst>
          <pc:docMk/>
          <pc:sldMk cId="3177341531" sldId="285"/>
        </pc:sldMkLst>
        <pc:spChg chg="mod">
          <ac:chgData name="Pan Huang" userId="ce823e18-f221-48aa-b4f5-21b821e3a192" providerId="ADAL" clId="{202ACDF6-7ABC-4A54-8FD7-ADD6D3EA9176}" dt="2025-08-01T01:42:48.781" v="169" actId="14100"/>
          <ac:spMkLst>
            <pc:docMk/>
            <pc:sldMk cId="3177341531" sldId="285"/>
            <ac:spMk id="7" creationId="{D5E55D78-4BF2-3660-A2EB-73B31BED6480}"/>
          </ac:spMkLst>
        </pc:spChg>
        <pc:spChg chg="mod">
          <ac:chgData name="Pan Huang" userId="ce823e18-f221-48aa-b4f5-21b821e3a192" providerId="ADAL" clId="{202ACDF6-7ABC-4A54-8FD7-ADD6D3EA9176}" dt="2025-08-01T01:43:38.137" v="175" actId="1076"/>
          <ac:spMkLst>
            <pc:docMk/>
            <pc:sldMk cId="3177341531" sldId="285"/>
            <ac:spMk id="8" creationId="{B876F132-B2D8-BA73-7688-AC7D3DE76EAD}"/>
          </ac:spMkLst>
        </pc:spChg>
        <pc:picChg chg="add mod">
          <ac:chgData name="Pan Huang" userId="ce823e18-f221-48aa-b4f5-21b821e3a192" providerId="ADAL" clId="{202ACDF6-7ABC-4A54-8FD7-ADD6D3EA9176}" dt="2025-08-01T01:44:18.008" v="180" actId="14100"/>
          <ac:picMkLst>
            <pc:docMk/>
            <pc:sldMk cId="3177341531" sldId="285"/>
            <ac:picMk id="4" creationId="{53633DE7-A844-DC99-9860-4104B122FF40}"/>
          </ac:picMkLst>
        </pc:picChg>
        <pc:picChg chg="add mod">
          <ac:chgData name="Pan Huang" userId="ce823e18-f221-48aa-b4f5-21b821e3a192" providerId="ADAL" clId="{202ACDF6-7ABC-4A54-8FD7-ADD6D3EA9176}" dt="2025-08-01T02:58:57.738" v="691" actId="14100"/>
          <ac:picMkLst>
            <pc:docMk/>
            <pc:sldMk cId="3177341531" sldId="285"/>
            <ac:picMk id="10" creationId="{CAB99E8C-9A5A-2F08-64F9-0EB9AB472AAF}"/>
          </ac:picMkLst>
        </pc:picChg>
      </pc:sldChg>
      <pc:sldChg chg="addSp delSp modSp mod">
        <pc:chgData name="Pan Huang" userId="ce823e18-f221-48aa-b4f5-21b821e3a192" providerId="ADAL" clId="{202ACDF6-7ABC-4A54-8FD7-ADD6D3EA9176}" dt="2025-07-31T10:21:25.172" v="117" actId="20577"/>
        <pc:sldMkLst>
          <pc:docMk/>
          <pc:sldMk cId="2557947565" sldId="286"/>
        </pc:sldMkLst>
        <pc:spChg chg="mod">
          <ac:chgData name="Pan Huang" userId="ce823e18-f221-48aa-b4f5-21b821e3a192" providerId="ADAL" clId="{202ACDF6-7ABC-4A54-8FD7-ADD6D3EA9176}" dt="2025-07-31T10:21:25.172" v="117" actId="20577"/>
          <ac:spMkLst>
            <pc:docMk/>
            <pc:sldMk cId="2557947565" sldId="286"/>
            <ac:spMk id="8" creationId="{11B3E01F-F226-1D81-1291-993468E8AE31}"/>
          </ac:spMkLst>
        </pc:spChg>
      </pc:sldChg>
      <pc:sldChg chg="addSp delSp modSp add mod">
        <pc:chgData name="Pan Huang" userId="ce823e18-f221-48aa-b4f5-21b821e3a192" providerId="ADAL" clId="{202ACDF6-7ABC-4A54-8FD7-ADD6D3EA9176}" dt="2025-08-01T01:53:43.384" v="199" actId="14100"/>
        <pc:sldMkLst>
          <pc:docMk/>
          <pc:sldMk cId="1966620062" sldId="287"/>
        </pc:sldMkLst>
        <pc:spChg chg="mod">
          <ac:chgData name="Pan Huang" userId="ce823e18-f221-48aa-b4f5-21b821e3a192" providerId="ADAL" clId="{202ACDF6-7ABC-4A54-8FD7-ADD6D3EA9176}" dt="2025-08-01T01:45:53.527" v="198"/>
          <ac:spMkLst>
            <pc:docMk/>
            <pc:sldMk cId="1966620062" sldId="287"/>
            <ac:spMk id="7" creationId="{A3555245-6BFA-D339-3A34-B41DC8023724}"/>
          </ac:spMkLst>
        </pc:spChg>
        <pc:picChg chg="add mod">
          <ac:chgData name="Pan Huang" userId="ce823e18-f221-48aa-b4f5-21b821e3a192" providerId="ADAL" clId="{202ACDF6-7ABC-4A54-8FD7-ADD6D3EA9176}" dt="2025-08-01T01:53:43.384" v="199" actId="14100"/>
          <ac:picMkLst>
            <pc:docMk/>
            <pc:sldMk cId="1966620062" sldId="287"/>
            <ac:picMk id="9" creationId="{085C3BE7-3F46-4223-3E26-6FBC6425B466}"/>
          </ac:picMkLst>
        </pc:picChg>
      </pc:sldChg>
      <pc:sldChg chg="addSp delSp modSp add mod">
        <pc:chgData name="Pan Huang" userId="ce823e18-f221-48aa-b4f5-21b821e3a192" providerId="ADAL" clId="{202ACDF6-7ABC-4A54-8FD7-ADD6D3EA9176}" dt="2025-08-01T03:03:51.115" v="749"/>
        <pc:sldMkLst>
          <pc:docMk/>
          <pc:sldMk cId="1655224492" sldId="288"/>
        </pc:sldMkLst>
        <pc:spChg chg="mod">
          <ac:chgData name="Pan Huang" userId="ce823e18-f221-48aa-b4f5-21b821e3a192" providerId="ADAL" clId="{202ACDF6-7ABC-4A54-8FD7-ADD6D3EA9176}" dt="2025-08-01T01:56:41.989" v="204"/>
          <ac:spMkLst>
            <pc:docMk/>
            <pc:sldMk cId="1655224492" sldId="288"/>
            <ac:spMk id="7" creationId="{D1B83B2C-95ED-2C79-AB77-9492FBF8A074}"/>
          </ac:spMkLst>
        </pc:spChg>
        <pc:spChg chg="add mod">
          <ac:chgData name="Pan Huang" userId="ce823e18-f221-48aa-b4f5-21b821e3a192" providerId="ADAL" clId="{202ACDF6-7ABC-4A54-8FD7-ADD6D3EA9176}" dt="2025-08-01T03:02:02.086" v="745" actId="1035"/>
          <ac:spMkLst>
            <pc:docMk/>
            <pc:sldMk cId="1655224492" sldId="288"/>
            <ac:spMk id="9" creationId="{9EEEEF41-7473-D2D8-C72F-CEC5BA2F5C83}"/>
          </ac:spMkLst>
        </pc:spChg>
        <pc:spChg chg="add mod">
          <ac:chgData name="Pan Huang" userId="ce823e18-f221-48aa-b4f5-21b821e3a192" providerId="ADAL" clId="{202ACDF6-7ABC-4A54-8FD7-ADD6D3EA9176}" dt="2025-08-01T03:02:02.086" v="745" actId="1035"/>
          <ac:spMkLst>
            <pc:docMk/>
            <pc:sldMk cId="1655224492" sldId="288"/>
            <ac:spMk id="10" creationId="{2445DB4F-4A3E-0E2A-D22A-298FDE538E78}"/>
          </ac:spMkLst>
        </pc:spChg>
        <pc:spChg chg="add mod">
          <ac:chgData name="Pan Huang" userId="ce823e18-f221-48aa-b4f5-21b821e3a192" providerId="ADAL" clId="{202ACDF6-7ABC-4A54-8FD7-ADD6D3EA9176}" dt="2025-08-01T03:02:02.086" v="745" actId="1035"/>
          <ac:spMkLst>
            <pc:docMk/>
            <pc:sldMk cId="1655224492" sldId="288"/>
            <ac:spMk id="11" creationId="{040E88F6-B189-60FF-12AC-141E07D32FA5}"/>
          </ac:spMkLst>
        </pc:spChg>
        <pc:spChg chg="add mod">
          <ac:chgData name="Pan Huang" userId="ce823e18-f221-48aa-b4f5-21b821e3a192" providerId="ADAL" clId="{202ACDF6-7ABC-4A54-8FD7-ADD6D3EA9176}" dt="2025-08-01T03:02:02.086" v="745" actId="1035"/>
          <ac:spMkLst>
            <pc:docMk/>
            <pc:sldMk cId="1655224492" sldId="288"/>
            <ac:spMk id="12" creationId="{9FFF0F9E-8151-B51A-9D57-F59DC4849C3E}"/>
          </ac:spMkLst>
        </pc:spChg>
        <pc:spChg chg="add mod">
          <ac:chgData name="Pan Huang" userId="ce823e18-f221-48aa-b4f5-21b821e3a192" providerId="ADAL" clId="{202ACDF6-7ABC-4A54-8FD7-ADD6D3EA9176}" dt="2025-08-01T03:02:26.516" v="747" actId="1076"/>
          <ac:spMkLst>
            <pc:docMk/>
            <pc:sldMk cId="1655224492" sldId="288"/>
            <ac:spMk id="13" creationId="{61F6A271-B7F9-4871-38CB-F83F0E5AD482}"/>
          </ac:spMkLst>
        </pc:spChg>
        <pc:spChg chg="add mod">
          <ac:chgData name="Pan Huang" userId="ce823e18-f221-48aa-b4f5-21b821e3a192" providerId="ADAL" clId="{202ACDF6-7ABC-4A54-8FD7-ADD6D3EA9176}" dt="2025-08-01T03:03:51.115" v="749"/>
          <ac:spMkLst>
            <pc:docMk/>
            <pc:sldMk cId="1655224492" sldId="288"/>
            <ac:spMk id="14" creationId="{FC6B6939-266B-BEAF-A850-8D772A29F052}"/>
          </ac:spMkLst>
        </pc:spChg>
        <pc:spChg chg="add mod">
          <ac:chgData name="Pan Huang" userId="ce823e18-f221-48aa-b4f5-21b821e3a192" providerId="ADAL" clId="{202ACDF6-7ABC-4A54-8FD7-ADD6D3EA9176}" dt="2025-08-01T03:02:26.516" v="747" actId="1076"/>
          <ac:spMkLst>
            <pc:docMk/>
            <pc:sldMk cId="1655224492" sldId="288"/>
            <ac:spMk id="15" creationId="{3238F582-0BD0-6796-ECD8-B5EF4DE94AFD}"/>
          </ac:spMkLst>
        </pc:spChg>
        <pc:spChg chg="add mod">
          <ac:chgData name="Pan Huang" userId="ce823e18-f221-48aa-b4f5-21b821e3a192" providerId="ADAL" clId="{202ACDF6-7ABC-4A54-8FD7-ADD6D3EA9176}" dt="2025-08-01T03:02:26.516" v="747" actId="1076"/>
          <ac:spMkLst>
            <pc:docMk/>
            <pc:sldMk cId="1655224492" sldId="288"/>
            <ac:spMk id="16" creationId="{30D7E44C-41EF-1E29-F3DF-CB0416965212}"/>
          </ac:spMkLst>
        </pc:spChg>
      </pc:sldChg>
      <pc:sldChg chg="addSp delSp modSp add del mod">
        <pc:chgData name="Pan Huang" userId="ce823e18-f221-48aa-b4f5-21b821e3a192" providerId="ADAL" clId="{202ACDF6-7ABC-4A54-8FD7-ADD6D3EA9176}" dt="2025-08-01T03:02:40.053" v="748" actId="47"/>
        <pc:sldMkLst>
          <pc:docMk/>
          <pc:sldMk cId="227294238" sldId="289"/>
        </pc:sldMkLst>
      </pc:sldChg>
      <pc:sldChg chg="addSp delSp modSp add mod">
        <pc:chgData name="Pan Huang" userId="ce823e18-f221-48aa-b4f5-21b821e3a192" providerId="ADAL" clId="{202ACDF6-7ABC-4A54-8FD7-ADD6D3EA9176}" dt="2025-08-01T02:05:38.355" v="289" actId="1037"/>
        <pc:sldMkLst>
          <pc:docMk/>
          <pc:sldMk cId="588008799" sldId="290"/>
        </pc:sldMkLst>
        <pc:spChg chg="mod">
          <ac:chgData name="Pan Huang" userId="ce823e18-f221-48aa-b4f5-21b821e3a192" providerId="ADAL" clId="{202ACDF6-7ABC-4A54-8FD7-ADD6D3EA9176}" dt="2025-08-01T02:05:22.640" v="258"/>
          <ac:spMkLst>
            <pc:docMk/>
            <pc:sldMk cId="588008799" sldId="290"/>
            <ac:spMk id="7" creationId="{E0615E9B-2C49-9ABA-9849-6545CF349559}"/>
          </ac:spMkLst>
        </pc:spChg>
        <pc:spChg chg="mod">
          <ac:chgData name="Pan Huang" userId="ce823e18-f221-48aa-b4f5-21b821e3a192" providerId="ADAL" clId="{202ACDF6-7ABC-4A54-8FD7-ADD6D3EA9176}" dt="2025-08-01T02:05:27.408" v="262" actId="20577"/>
          <ac:spMkLst>
            <pc:docMk/>
            <pc:sldMk cId="588008799" sldId="290"/>
            <ac:spMk id="8" creationId="{7891BC5B-9C1E-C020-B6DB-1C43F0A16EF3}"/>
          </ac:spMkLst>
        </pc:spChg>
        <pc:picChg chg="add mod">
          <ac:chgData name="Pan Huang" userId="ce823e18-f221-48aa-b4f5-21b821e3a192" providerId="ADAL" clId="{202ACDF6-7ABC-4A54-8FD7-ADD6D3EA9176}" dt="2025-08-01T02:03:44.971" v="242" actId="14100"/>
          <ac:picMkLst>
            <pc:docMk/>
            <pc:sldMk cId="588008799" sldId="290"/>
            <ac:picMk id="1026" creationId="{84D3BB8F-44DC-4148-54F7-7E24564DD679}"/>
          </ac:picMkLst>
        </pc:picChg>
        <pc:picChg chg="add mod">
          <ac:chgData name="Pan Huang" userId="ce823e18-f221-48aa-b4f5-21b821e3a192" providerId="ADAL" clId="{202ACDF6-7ABC-4A54-8FD7-ADD6D3EA9176}" dt="2025-08-01T02:05:38.355" v="289" actId="1037"/>
          <ac:picMkLst>
            <pc:docMk/>
            <pc:sldMk cId="588008799" sldId="290"/>
            <ac:picMk id="1028" creationId="{FC6AD761-2303-BA4D-30B1-447DE380283E}"/>
          </ac:picMkLst>
        </pc:picChg>
      </pc:sldChg>
      <pc:sldChg chg="addSp modSp add mod">
        <pc:chgData name="Pan Huang" userId="ce823e18-f221-48aa-b4f5-21b821e3a192" providerId="ADAL" clId="{202ACDF6-7ABC-4A54-8FD7-ADD6D3EA9176}" dt="2025-08-01T02:07:25.613" v="302" actId="14100"/>
        <pc:sldMkLst>
          <pc:docMk/>
          <pc:sldMk cId="310080976" sldId="291"/>
        </pc:sldMkLst>
      </pc:sldChg>
      <pc:sldChg chg="addSp delSp modSp add mod">
        <pc:chgData name="Pan Huang" userId="ce823e18-f221-48aa-b4f5-21b821e3a192" providerId="ADAL" clId="{202ACDF6-7ABC-4A54-8FD7-ADD6D3EA9176}" dt="2025-08-01T08:02:12.079" v="823" actId="478"/>
        <pc:sldMkLst>
          <pc:docMk/>
          <pc:sldMk cId="849310438" sldId="292"/>
        </pc:sldMkLst>
      </pc:sldChg>
      <pc:sldChg chg="new del">
        <pc:chgData name="Pan Huang" userId="ce823e18-f221-48aa-b4f5-21b821e3a192" providerId="ADAL" clId="{202ACDF6-7ABC-4A54-8FD7-ADD6D3EA9176}" dt="2025-08-01T02:19:09.070" v="569" actId="2696"/>
        <pc:sldMkLst>
          <pc:docMk/>
          <pc:sldMk cId="4261610365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9FA273-E199-41C9-8095-7DD5CEBF55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B2809-BE04-47E1-9FDF-AC3BF785E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56376-53EC-491F-9D95-B02A0CFB2100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313D2-DC2E-487C-A484-C261C3B90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49E73-2B78-4777-85D8-D41CA3F3F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8EC5-5937-49D0-B205-3DB3AB0582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36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72F8D-B116-4CD7-A757-FF786F89BACC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AF984-95C0-4021-BEF5-D91CB9F538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100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CD6D-7B8A-9EE1-ADB0-703E7391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BB5EB-6001-DAB1-538D-809B0FF73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94D97-45DB-DBFD-D57B-D5858FD1D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DE8DD-923D-EDBB-DA31-BCB4F003F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3015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5B619-DC63-4CB2-616B-608DFEF0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B92E8-6009-9E92-5B87-1A2F7555C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DD59F-85A1-D6C7-9555-91C2371C8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5BEEF-71A1-6D27-24DB-C1C7EAB4C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361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08E29-3EBA-845C-B660-75157C36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F369C-5A41-6C12-EED4-CBA34F4EC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15709-1207-16D8-6DA7-99DF3EBD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BCC97-3A15-4BFA-B019-B65B85EA5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6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3B6F-92F5-EC65-07F6-F875998A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81DDB-E95C-09EE-52DD-5603D3D56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5C27F-2F9B-6DBC-E106-BDA6E382D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7543C-B304-B4CA-7943-4A337E51C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222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A59C-EB06-050C-DB7F-5FBE9D9F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5ACA9-C030-8534-0832-02C688A9B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5E1F2-054D-83F0-B8B5-7380789A1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E6B6F-2649-4E1A-62C8-BE44E7916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3676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DB14-A686-E8B7-8E6E-656CC6C9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15A3C-1402-628C-91EA-56FA3F381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EB52A-F4D8-A853-4081-0116244DE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0514-C159-D6B7-4246-6D6BFED7D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0026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9139-E606-49E7-441F-1BACB764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06306-FCCA-417E-3BC4-3EC4F3173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3DFAE-7D04-6CAB-B203-1C01CDF8D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8F82-6502-2FFF-EB90-9AD0975F8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0192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7F4C-DC2A-A2C2-8395-9F7A4061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C9563-A279-EB32-26C6-E51B7AA45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66C5F-2E87-D625-CB5F-D5D9FE212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076B2-E73E-0C02-266A-348776EA3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8410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5C4D-7D88-1353-3B80-6104F407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51808-B09B-0087-CF97-A94F05F91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37062-9E64-62F6-0456-207C68C4A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C88ED-C9BC-35D0-1B15-C4897D9D0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4794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A40C-1F7B-2A62-4E0C-E20307A3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9A624-978C-C50A-C7E4-A33BF78D4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DEC87-F541-10F2-C0CD-598CCA807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E5ECC-68C1-11AB-15E6-3AD87700E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154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FFEE-8AAA-074C-401F-6BD6012E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9DA8E-E834-0172-440B-240CDD162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C3011-93B1-DAD1-584B-509B332FC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5F55A-08E2-C799-8825-24BD4F906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414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4E18-9B57-24E1-2442-55B4433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B45F5-2C9C-5601-8E43-403E47134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83916-8834-43D2-8A7D-11BAF9EEF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0DA8B-2C15-83F0-310D-6480F5751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1325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786A-551D-9559-3E02-037B9C5C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EA6BF-395F-4322-F553-C3CB6840A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6F44F-6C0F-0FBD-DA9B-832EBFF1A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8625F-0A5F-728A-D1A6-EBC85625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12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AF984-95C0-4021-BEF5-D91CB9F5380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11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">
    <p:bg>
      <p:bgPr>
        <a:solidFill>
          <a:srgbClr val="F7EAE4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73" name="Dots">
            <a:extLst>
              <a:ext uri="{FF2B5EF4-FFF2-40B4-BE49-F238E27FC236}">
                <a16:creationId xmlns:a16="http://schemas.microsoft.com/office/drawing/2014/main" id="{B0423462-8FE2-4022-8D8D-6B7FE496D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62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C7D6CCA3-D98F-4E8C-B9B8-253423212E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66A57BE-C742-4942-BC2C-5CCB046B10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D784ED6D-55C4-43AE-897A-8020AD869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9" name="Dots">
            <a:extLst>
              <a:ext uri="{FF2B5EF4-FFF2-40B4-BE49-F238E27FC236}">
                <a16:creationId xmlns:a16="http://schemas.microsoft.com/office/drawing/2014/main" id="{7E284916-3830-4B2D-96DE-5DDABBF92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50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3">
    <p:bg>
      <p:bgPr>
        <a:solidFill>
          <a:srgbClr val="F7EAE4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B9C4FDA-47FC-4EF4-87B8-F8831D0B6EFD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9F08C50D-C580-4576-ABA3-0C6EDE50A7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Dots">
            <a:extLst>
              <a:ext uri="{FF2B5EF4-FFF2-40B4-BE49-F238E27FC236}">
                <a16:creationId xmlns:a16="http://schemas.microsoft.com/office/drawing/2014/main" id="{73DE4581-E0EA-4A8F-A722-4EDE83490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022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D90AE0-1FCB-4D84-ABAD-75632D77D5F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75" name="Dots">
            <a:extLst>
              <a:ext uri="{FF2B5EF4-FFF2-40B4-BE49-F238E27FC236}">
                <a16:creationId xmlns:a16="http://schemas.microsoft.com/office/drawing/2014/main" id="{2E3B1537-5542-4DE2-9E35-373E9D811F5A}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A9A9A9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2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 userDrawn="1">
          <p15:clr>
            <a:srgbClr val="FBAE40"/>
          </p15:clr>
        </p15:guide>
        <p15:guide id="4" pos="224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28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accent6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C4C1BE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rgbClr val="E9EC6B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4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 and pattern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2EB4F0-1242-4B37-82D8-85D39CC7DC7D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icture Placeholder 58">
            <a:extLst>
              <a:ext uri="{FF2B5EF4-FFF2-40B4-BE49-F238E27FC236}">
                <a16:creationId xmlns:a16="http://schemas.microsoft.com/office/drawing/2014/main" id="{1CA0517D-045A-4564-9B4D-F22051D254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0545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role title</a:t>
            </a:r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1" name="Dots">
            <a:extLst>
              <a:ext uri="{FF2B5EF4-FFF2-40B4-BE49-F238E27FC236}">
                <a16:creationId xmlns:a16="http://schemas.microsoft.com/office/drawing/2014/main" id="{4DC8648D-B704-4A1B-92A8-2B5828CECBBD}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72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D2B8DDE-141E-47A1-827C-BEBE167408A8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4" name="Dots">
            <a:extLst>
              <a:ext uri="{FF2B5EF4-FFF2-40B4-BE49-F238E27FC236}">
                <a16:creationId xmlns:a16="http://schemas.microsoft.com/office/drawing/2014/main" id="{6756FC10-BA1F-4145-A18C-32CA3924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073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2" name="Picture Placeholder 62">
            <a:extLst>
              <a:ext uri="{FF2B5EF4-FFF2-40B4-BE49-F238E27FC236}">
                <a16:creationId xmlns:a16="http://schemas.microsoft.com/office/drawing/2014/main" id="{51DD727F-E43F-4B84-9AF0-3AE3A5A8C3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850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76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6748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solidFill>
          <a:srgbClr val="E5E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E0FD9167-FF9F-4DD6-A2A0-1120C2D1A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4043697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solidFill>
          <a:srgbClr val="EACBBB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6E8E522A-0F73-469A-8FB8-09265CCA7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1114636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732C4AB7-5FBA-4B29-9C56-34AAF7CAC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3569878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bg>
      <p:bgPr>
        <a:solidFill>
          <a:srgbClr val="EACBBB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191564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29077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6920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369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2323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983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82789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4981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5310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5"/>
            <a:ext cx="8569325" cy="3960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2" name="Subtitle 2">
            <a:extLst>
              <a:ext uri="{FF2B5EF4-FFF2-40B4-BE49-F238E27FC236}">
                <a16:creationId xmlns:a16="http://schemas.microsoft.com/office/drawing/2014/main" id="{8F3246DC-C5BF-4123-BA49-B14EF33A4FF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5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124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658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2EFC80-19D6-4D40-8BBD-10FBF9FB383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0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aphic 19">
            <a:extLst>
              <a:ext uri="{FF2B5EF4-FFF2-40B4-BE49-F238E27FC236}">
                <a16:creationId xmlns:a16="http://schemas.microsoft.com/office/drawing/2014/main" id="{E1A420AD-4664-4967-8C23-CF0CBC05D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280439-DD54-4100-97F9-D7A4A327A0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2A83F7-90F7-43E5-B1EB-DC34201A486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3B0482-AECE-4C35-8403-9C3A9A9727E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86E2943-61E9-4217-B49B-01DB377841C0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0E12CB-F1D3-4C07-8576-FD96F03B29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7C2BB1-7F13-42D0-8280-0C6AC5860E2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009E81-CF94-43ED-98F3-2EFC911AF96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CEE56E-EDC8-4088-9D28-243DD5B5F811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04E1F6F-0C47-4DB2-BDA2-87F98787AC86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E5BDFD2-3768-478E-BE3D-E9CEC458B0C4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8EAAD69-61B3-486B-9520-565E1A1FA6CF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DE9FE4-1F26-41C9-9218-0F02A25B217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C12A81-E9E3-43DA-98A6-EA7FD8B4C6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78EE2C1-BC5A-40F1-A956-7DF9AE6EFB0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C5E7BAE-2B0C-46BA-9533-F5339965A33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19E3C8D-4C3A-4035-88E3-97BAF26B4B3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098F041-905E-445F-AB40-A2186AE0ADB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028F34-0815-4940-B5A7-925D59B6E474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995A7C8-F27A-4E78-A9AD-E859CA15B2A4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A9AE59-A400-43E5-B137-92CBAC612BB7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9046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and pattern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850DDEEC-1DA5-43EB-939E-82FF5ACCA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3FBF61D-E439-4D28-8ECE-FDA47454CD5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1C645A-DC52-470C-8192-4ACC478B575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EE0C85-D248-4D0F-9C19-EF4B13DB7F9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BE9197-611F-475B-BD25-0EC8A86BCA6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FA5CD69-A94D-4883-AC01-E6FF3F447E8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A951B3-CA7A-468B-B334-A2BFCA9B6D00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EE9E62-C5E7-42B5-BE8A-6275574A1393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911DB0-4A27-441B-A7B8-69B99118636B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565D296-D101-4F16-93E6-72BC90584051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9CB12-4993-4BFE-9F4D-18F8627B090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65F25D-2B27-450C-B8BD-71565C55980C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53FB610-E3D3-4A7D-9898-BAAEE6E25E11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7742BC4-19B8-47F0-ABB5-BEBAAD93856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35A104-5357-43BA-B08F-A722158449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140844B-29B5-4DCA-9975-95116E5F6DC7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FB4B08-799A-4724-AE06-B64F9A8D776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F9E24C-A66D-459D-8473-482CB2591E2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8C41A1-AAC4-4958-9D85-8193A19FD590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A7557AC-223E-4A56-9B79-4606698704B3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7E06773-FAC4-4C97-8B36-F9AD4BA9B9D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770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and subtitle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6B8BE9-BB36-4A36-9F26-11708C686D0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grpSp>
        <p:nvGrpSpPr>
          <p:cNvPr id="8" name="Graphic 19">
            <a:extLst>
              <a:ext uri="{FF2B5EF4-FFF2-40B4-BE49-F238E27FC236}">
                <a16:creationId xmlns:a16="http://schemas.microsoft.com/office/drawing/2014/main" id="{0A648DE4-485C-4CD3-93CF-65AA4C1B3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E39939B-8239-4A6B-AD9E-86EFD72E75B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BF09CE-3E09-48EE-ABF6-6B8EBC69E15F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C9FC79-1ED1-430F-9C5D-0F32619E7CF8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872B045-6E5F-4F4E-81AC-8EAA5436EA3C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A155D9F-0B11-4A02-A5E8-25F83D6CA22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BD3A5-C40E-4899-801C-AEDB5AB52ACC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932660-79BD-403C-B905-7FFEDDA88D7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BD8A76-1907-4EF6-AE1B-2310B82280D8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700A09-D5A1-42A8-BAE3-BBD0859BA2E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3D047-15E2-447B-8A0C-61C569F6CA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CF639E-3D76-41C1-8F31-832B794D1B76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F5EC6A-AB60-49AB-9EDE-A865DB7F42A3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F469AC-EC76-49F5-95F1-FFB0C4387D0B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0BC3CC-6668-41BB-A498-D2F712002A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9C055A-7378-4DE3-872B-3039830C8DE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5CEBDB-01CC-4CAC-8BCF-2897B853BC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94D193-773A-4280-8CB8-26746A5FACCC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24820A-465D-4809-A8AC-2BC24AF07305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2E60FA5-9969-4254-91CE-F67ABD83DF2F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54149B-F0FA-412D-B1DA-7B349E3FC8E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9062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52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and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2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5999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16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23EF67-4CB8-6ACA-E9C0-4ED3461B46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6924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A6ED88-96D7-B453-0B64-372EA8B11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325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18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7AD86B0-EC67-2D9D-34BD-B677E83DDF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4F5CADC-9CD3-BB95-1E88-6D4D356699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50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576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Press ENTER then TAB to view next text style 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13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Press ENTER then TAB to view next text style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100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5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5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A0780A1-5D49-BF8E-2FB7-EF05CA892D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998662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0284C4-9CDF-C39D-9F2C-F7EBC8DA5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76500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6F74C48-04DA-7A70-ABFC-8D5D74391E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8838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9EDCF-4254-9864-5184-8692993E0E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1176" y="1384300"/>
            <a:ext cx="1995487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175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4320" userDrawn="1">
          <p15:clr>
            <a:srgbClr val="FBAE40"/>
          </p15:clr>
        </p15:guide>
        <p15:guide id="5" pos="1560" userDrawn="1">
          <p15:clr>
            <a:srgbClr val="FBAE40"/>
          </p15:clr>
        </p15:guide>
        <p15:guide id="6" pos="2822" userDrawn="1">
          <p15:clr>
            <a:srgbClr val="FBAE40"/>
          </p15:clr>
        </p15:guide>
        <p15:guide id="7" pos="2941" userDrawn="1">
          <p15:clr>
            <a:srgbClr val="FBAE40"/>
          </p15:clr>
        </p15:guide>
        <p15:guide id="8" pos="420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3EA9506-A233-2FA2-C4CC-3CFB7E4E33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7AE9B0B-75B2-3627-3C39-4AADAB64F6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3358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62651CC-6103-D6B0-3621-E03B22D107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9838" y="1384300"/>
            <a:ext cx="15843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85A872B-FDFE-A910-808E-37AAC332D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3551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569B7A-D49B-F095-2912-BE29FADAAF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5039" y="1384300"/>
            <a:ext cx="1571624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79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68" userDrawn="1">
          <p15:clr>
            <a:srgbClr val="FBAE40"/>
          </p15:clr>
        </p15:guide>
        <p15:guide id="4" pos="4479" userDrawn="1">
          <p15:clr>
            <a:srgbClr val="FBAE40"/>
          </p15:clr>
        </p15:guide>
        <p15:guide id="5" pos="1281" userDrawn="1">
          <p15:clr>
            <a:srgbClr val="FBAE40"/>
          </p15:clr>
        </p15:guide>
        <p15:guide id="6" pos="2268" userDrawn="1">
          <p15:clr>
            <a:srgbClr val="FBAE40"/>
          </p15:clr>
        </p15:guide>
        <p15:guide id="7" pos="2381" userDrawn="1">
          <p15:clr>
            <a:srgbClr val="FBAE40"/>
          </p15:clr>
        </p15:guide>
        <p15:guide id="8" pos="4589" userDrawn="1">
          <p15:clr>
            <a:srgbClr val="FBAE40"/>
          </p15:clr>
        </p15:guide>
        <p15:guide id="9" pos="3379" userDrawn="1">
          <p15:clr>
            <a:srgbClr val="FBAE40"/>
          </p15:clr>
        </p15:guide>
        <p15:guide id="10" pos="349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4FAE30-3AFD-2623-76CF-E27D660125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2795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7F4A1-A236-ADEC-7A71-20F3A1D76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41488" y="1384300"/>
            <a:ext cx="128428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9188F5-18BE-39D6-3055-ED075D7B8A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1384300"/>
            <a:ext cx="1281113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D571FD4-41B0-AEA6-7CD6-8EA941A86E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9314" y="1384300"/>
            <a:ext cx="1281112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89A2A0-A6E2-E02F-AF8B-CCEE6CE4F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19813" y="1384300"/>
            <a:ext cx="127793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243B55F-A105-1D9B-0649-2149395757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72375" y="1384300"/>
            <a:ext cx="1284288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48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7" userDrawn="1">
          <p15:clr>
            <a:srgbClr val="FBAE40"/>
          </p15:clr>
        </p15:guide>
        <p15:guide id="4" pos="3742" userDrawn="1">
          <p15:clr>
            <a:srgbClr val="FBAE40"/>
          </p15:clr>
        </p15:guide>
        <p15:guide id="5" pos="1097" userDrawn="1">
          <p15:clr>
            <a:srgbClr val="FBAE40"/>
          </p15:clr>
        </p15:guide>
        <p15:guide id="6" pos="1906" userDrawn="1">
          <p15:clr>
            <a:srgbClr val="FBAE40"/>
          </p15:clr>
        </p15:guide>
        <p15:guide id="7" pos="2018" userDrawn="1">
          <p15:clr>
            <a:srgbClr val="FBAE40"/>
          </p15:clr>
        </p15:guide>
        <p15:guide id="8" pos="4660" userDrawn="1">
          <p15:clr>
            <a:srgbClr val="FBAE40"/>
          </p15:clr>
        </p15:guide>
        <p15:guide id="9" pos="2825" userDrawn="1">
          <p15:clr>
            <a:srgbClr val="FBAE40"/>
          </p15:clr>
        </p15:guide>
        <p15:guide id="10" pos="2935" userDrawn="1">
          <p15:clr>
            <a:srgbClr val="FBAE40"/>
          </p15:clr>
        </p15:guide>
        <p15:guide id="11" pos="4770" userDrawn="1">
          <p15:clr>
            <a:srgbClr val="FBAE40"/>
          </p15:clr>
        </p15:guide>
        <p15:guide id="12" pos="385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A3730497-CA66-4CCE-9128-3C544C7579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92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B535D04-089D-4C0C-B8F6-D5DF48A1F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1560" userDrawn="1">
          <p15:clr>
            <a:srgbClr val="FBAE40"/>
          </p15:clr>
        </p15:guide>
        <p15:guide id="5" pos="2822" userDrawn="1">
          <p15:clr>
            <a:srgbClr val="FBAE40"/>
          </p15:clr>
        </p15:guide>
        <p15:guide id="6" pos="2938" userDrawn="1">
          <p15:clr>
            <a:srgbClr val="FBAE40"/>
          </p15:clr>
        </p15:guide>
        <p15:guide id="7" pos="4200" userDrawn="1">
          <p15:clr>
            <a:srgbClr val="FBAE40"/>
          </p15:clr>
        </p15:guide>
        <p15:guide id="8" pos="432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70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4" name="Graphic 19">
            <a:extLst>
              <a:ext uri="{FF2B5EF4-FFF2-40B4-BE49-F238E27FC236}">
                <a16:creationId xmlns:a16="http://schemas.microsoft.com/office/drawing/2014/main" id="{5CC8B7A0-2360-4832-B9E7-49352F47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8F1401-E0F2-461D-85B4-02FDA74BB5D9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82F35A7-8A2B-4FF2-A1E8-99D75F379886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D5C9C0E-C64F-46A9-9415-8782E041020C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D84713D-6A8A-4EAC-BAF4-83F70D66F4E1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55E89E9-6C1C-4EB7-9FED-1C1FD794E0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1A293C-5052-4D21-8F50-DA0D72838197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4F4B9DB-A9E1-435B-878B-490E939360C1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B76F0E2-4080-4D43-8644-401166DCDC5E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9BCF3C8-D2F8-438A-A873-DF0402FC896A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8C42139-8062-4FD9-9B40-4BCFDDD36DA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944A91-33C1-4ADE-8FB5-15D1FE8FA941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06DE010-8ADA-4F76-B38B-9E349C057147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56F72D-51AA-44C6-BC2E-5F4EE0D24A04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9C1FA35-C8B3-4870-823A-0B90FAAB596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7354A1-63A3-4F27-920D-EFF00C17E53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7C2FD7F-FBA5-43CC-A963-981788BB7623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588CA61-DEFD-4976-9996-87212E2661A2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D4D684D-C933-48E6-9C41-60C5627A49B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F3C24D9-5BCF-4584-BEB2-A5AEDCE20EF7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C4D663-7165-48F4-9686-91465E1A5CE2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7416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313A7A-AD91-4ED9-8CF5-6890BC33877C}"/>
              </a:ext>
            </a:extLst>
          </p:cNvPr>
          <p:cNvSpPr/>
          <p:nvPr userDrawn="1"/>
        </p:nvSpPr>
        <p:spPr>
          <a:xfrm>
            <a:off x="0" y="0"/>
            <a:ext cx="9144000" cy="1936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5" name="Graphic 19">
            <a:extLst>
              <a:ext uri="{FF2B5EF4-FFF2-40B4-BE49-F238E27FC236}">
                <a16:creationId xmlns:a16="http://schemas.microsoft.com/office/drawing/2014/main" id="{295ED415-EFF4-49B1-9B83-14D805C86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E50E246-4B63-4151-BE8D-37165C5D6C5B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C1A517-F5DD-4D53-9724-AF544C275B5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AA572DC-A561-496D-BC6D-E1FD6E3B68C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FDBEAD8-7C52-4DCF-91A6-8BD34167D2DF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6BA790-BF39-451D-ABF3-5149EA9C15C9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CA8B14-C4C6-49FC-A169-F6F49E589AEE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17ADB2A-C220-42C9-B79D-755B26C88FD8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396D9DE-7353-49B0-939B-5F018064D87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B56403-DA0E-4E01-B8B2-9CE1607ECD2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D0E7DF6-8A2F-4690-AC60-54277374A7F1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CD5CC34-1A70-4D34-8AF9-4ABDAC33F70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720656-C571-496B-97C6-B85DD315C9BE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64AED83-2A56-42DB-A602-67E4950368F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1CBFC2F-3522-49EF-B4F8-85801E40F66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1E6C9D9-3601-404B-9A91-ADD5A620910B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CC5C52F-44CF-42AD-93CB-FC3FAA14197C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584459-6F57-4FD0-9280-FB9BFB754D77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7E20A86-3A17-4A4E-B262-F113A5382072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11B58AE-7C60-4E75-830A-7712D027C91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BE11415-60BF-44A6-8BEE-A0F971454D1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7114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0" y="0"/>
            <a:ext cx="4572000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4032248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2A6F489-9E7E-06F8-A257-C4E8A191B6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Press ENTER then TAB to view next text style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15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880" userDrawn="1">
          <p15:clr>
            <a:srgbClr val="FBAE40"/>
          </p15:clr>
        </p15:guide>
        <p15:guide id="4" pos="272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03575" y="0"/>
            <a:ext cx="5940425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3900FFE-3876-DD64-F500-799DA81E7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14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1A66733-51BD-4A1B-A1E1-2EA7AEFEDF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5580061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64F4DFE-FB0A-B5A1-E66B-F67EF5EF49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8FF44A2-CE83-8C47-172B-8563FB396F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7181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08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r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5DA41E-7697-64A3-65DF-F82F4718B606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4032248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3DC322E-3850-001F-D386-2DABC30A7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5498" y="939247"/>
            <a:ext cx="3265004" cy="3265004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688E7A2-312F-0A45-FB99-BD1D0E6D14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9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721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pictures/textbox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2EED53-4FAF-470B-BABA-95415FCA0B32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D0B705-AD58-4371-B16B-CE872F23B60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38046" y="1166759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Picture Placeholder 5">
            <a:extLst>
              <a:ext uri="{FF2B5EF4-FFF2-40B4-BE49-F238E27FC236}">
                <a16:creationId xmlns:a16="http://schemas.microsoft.com/office/drawing/2014/main" id="{91CD0FB5-E4FD-4E34-9502-77B6475DA3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046" y="2120916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F7DDAB31-986C-40A8-9C1D-E66196707E3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38046" y="3075073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ED74DBC9-5F8C-482F-B8EC-528AE7B206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04211" y="1166759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526E8DE-9F24-429B-97B3-00129BD207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4211" y="2120916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6980C8EB-C6DC-4B20-952E-C374410D1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4211" y="3075073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DE8A679-0759-713E-0CE2-3E0787163A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38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0CF30B-0460-4090-8253-4C0C66AF2BC8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2135EBB7-89A2-462D-8F90-9B79ED46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CE5AD2-C0B6-4416-8377-C3F33413204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495CA5-5589-4B2B-98FB-D20F392F574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252530-7889-4BA8-831A-58B2276F173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FEE500-4CD8-40CF-AB55-7E7F80EC6513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17C36B-8CE7-4ECB-A0B5-E528AD02774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E66A775-32E8-41CB-90F0-5C4576F39F1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38384A2-15B4-4BDE-8BE0-77541982E33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A87B1E7-E372-44CB-973A-519D64CAD6F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3A118D-41E8-4B95-A78E-85F79ECB770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61566C-4B79-4974-A51E-FC5CCE1B625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D51D0D-C996-4EE9-B171-AD29F2DE7B9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FC1AA2-5191-46F5-AB4E-A9D20CD3857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6860F0-A49A-4285-B37A-503ECD985D00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BE11755-AF30-4D54-BF20-F853D417C57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89726A-4322-4ABC-A42A-685C0655ABD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06B221-15F6-479D-BFA6-3915FE60FFD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21E8CBF-44DC-42F6-8736-FF558A5B9D4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4AC2BA-2471-4EDF-A746-20381B89DBE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BFA87CC-878C-4AF8-8560-B98D25B8FCB1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71221-5F88-475A-BA07-A22812E0588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B0955-4799-4906-A566-C24D9C3A04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55988" y="231775"/>
            <a:ext cx="5400675" cy="4392613"/>
          </a:xfrm>
        </p:spPr>
        <p:txBody>
          <a:bodyPr/>
          <a:lstStyle>
            <a:lvl1pPr marL="0" indent="0">
              <a:buNone/>
              <a:defRPr/>
            </a:lvl1pPr>
            <a:lvl2pPr marL="179388" indent="0">
              <a:buNone/>
              <a:defRPr/>
            </a:lvl2pPr>
          </a:lstStyle>
          <a:p>
            <a:pPr lvl="0"/>
            <a:r>
              <a:rPr lang="en-GB"/>
              <a:t>Click to add content for example chart or table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6CDCEF1-939E-8BA0-6055-2F9766971A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60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  <p15:guide id="5" pos="2177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char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8569322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B9FC45D-54D5-4036-93FE-B8CC03146E43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203575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7" name="Chart Placeholder 5">
            <a:extLst>
              <a:ext uri="{FF2B5EF4-FFF2-40B4-BE49-F238E27FC236}">
                <a16:creationId xmlns:a16="http://schemas.microsoft.com/office/drawing/2014/main" id="{4712E5B9-D971-42A0-B7C2-EADDA62014AD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156324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0512725E-F973-4E54-B29A-0CF2150058E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203575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0" name="Chart Placeholder 5">
            <a:extLst>
              <a:ext uri="{FF2B5EF4-FFF2-40B4-BE49-F238E27FC236}">
                <a16:creationId xmlns:a16="http://schemas.microsoft.com/office/drawing/2014/main" id="{BE898CDF-F524-424F-97F4-3286D721F31E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156324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082958F-84AD-AD32-01DA-E027398C9C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878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and text boxes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B9D176-43F4-4CF4-9D48-99DC583F1D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9144000" cy="266482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779776"/>
            <a:ext cx="2628899" cy="959674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4B38B19-CADF-4FC1-9242-DEBCD1E6C24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3817825"/>
            <a:ext cx="2628899" cy="80656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E5DF87C-1B84-491A-8BE0-03F3EBFD02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25775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647C692-E63D-49B1-87FE-EBCEE077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12486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3A47FA5-323D-4520-BD12-CAE3891837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99197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8C725A-89A3-4153-BB30-F09829AE08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85909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aphic 19">
            <a:extLst>
              <a:ext uri="{FF2B5EF4-FFF2-40B4-BE49-F238E27FC236}">
                <a16:creationId xmlns:a16="http://schemas.microsoft.com/office/drawing/2014/main" id="{691AC394-9248-4039-8E50-C101568C6709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3BDC3D-AD61-45CE-A8A1-490AAA5F00C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CAF52B-FEB5-4063-BF03-8DAB1A1DCD6E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E4EF46-7899-44A1-AD87-170E9FD242E1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B3F867-C063-43D5-B576-5CA8324899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15FA3C-528C-40E5-BEE3-CF931ADE651A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4B0C5F-08F4-432F-A242-B454A9CC1C15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81C99C-C0CB-4857-A242-11A0F5F263FF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B9C1FBA-8D6B-43B7-896B-18A9BD44314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E2845E-50B1-4929-8CCC-431CF1908DB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BCB425-0629-4FAE-892E-75DA29D6C70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2423C4-146D-4CD1-AC12-13A6E50CD20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204195-B8E8-4199-B513-4C624D7FF51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8E16977-2DA8-4FB8-BDBC-CB82EB8BD35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BFEAA9-BFEC-4B3A-A94B-BD0A37BF1E4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90EE70-DDFA-4420-BFEC-9C360B6B5D14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8831A3E-F74A-4F0B-AF34-7995508C9D8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5B767E-7BC8-405B-921D-D31733AD40F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1A0B14-5829-43E9-8BDE-856A4C89923E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54B147-4296-4BE7-B95F-E88CD59482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069002-3AB5-43B9-9E09-76B857DC35E4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622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703" userDrawn="1">
          <p15:clr>
            <a:srgbClr val="FBAE40"/>
          </p15:clr>
        </p15:guide>
        <p15:guide id="6" pos="1906">
          <p15:clr>
            <a:srgbClr val="FBAE40"/>
          </p15:clr>
        </p15:guide>
        <p15:guide id="8" pos="4641" userDrawn="1">
          <p15:clr>
            <a:srgbClr val="FBAE40"/>
          </p15:clr>
        </p15:guide>
        <p15:guide id="9" pos="2765" userDrawn="1">
          <p15:clr>
            <a:srgbClr val="FBAE40"/>
          </p15:clr>
        </p15:guide>
        <p15:guide id="10" pos="2841" userDrawn="1">
          <p15:clr>
            <a:srgbClr val="FBAE40"/>
          </p15:clr>
        </p15:guide>
        <p15:guide id="11" pos="4713" userDrawn="1">
          <p15:clr>
            <a:srgbClr val="FBAE40"/>
          </p15:clr>
        </p15:guide>
        <p15:guide id="12" pos="3779" userDrawn="1">
          <p15:clr>
            <a:srgbClr val="FBAE40"/>
          </p15:clr>
        </p15:guide>
        <p15:guide id="13" pos="183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aphic 19">
            <a:extLst>
              <a:ext uri="{FF2B5EF4-FFF2-40B4-BE49-F238E27FC236}">
                <a16:creationId xmlns:a16="http://schemas.microsoft.com/office/drawing/2014/main" id="{F9A4D9FD-CBA9-40AA-91C5-801F8F4B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5F8EEE-2027-46C3-82D5-D3E0B524B20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5E5DA65-E88D-4B8F-BDD0-D371EBFBC062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3BBA3BA-AF69-4109-AA0F-4A6BECA6C90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0480C05-4466-41F2-B953-A8E8FB25A334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C14D13C-4832-499F-8903-ABB1786FF8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9C48CD1-6002-431D-B38B-08CFDB1A89EA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6BBB8E-0F04-4150-97B3-5404F99AFE7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09964C1-6BBC-4245-B301-D30808802003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6D3991D-A712-44FA-89EB-7BDFB0DB4FE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C6A05A4-5020-4952-82E3-51EC5D635195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EC34952-04E0-420A-8BE3-831FB2616BFB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48EA399-3B88-4CA8-9D1A-293A2C3CD3B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B2ED039-0F80-4B51-AC5E-256F8FA436D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2667AFB-8508-4465-8CA5-6800BBB37E5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5421509-60E5-4A51-A352-5F4A3F8613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821F839-D929-4109-AA3A-3155D7A176F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4D6F91-D12D-4D3E-812A-BEBB42E63C4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715EF96-BBC6-42A2-86B6-AC60005BD88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900032B-B9B7-4593-AF87-A68F29EB641E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043F203-4F1E-4B31-AA26-28D0D288B046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5AB387F6-333B-46D5-8551-80AE0CFDA7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47256 w 9144000"/>
              <a:gd name="connsiteY0" fmla="*/ 4985347 h 5143500"/>
              <a:gd name="connsiteX1" fmla="*/ 342841 w 9144000"/>
              <a:gd name="connsiteY1" fmla="*/ 4989763 h 5143500"/>
              <a:gd name="connsiteX2" fmla="*/ 347256 w 9144000"/>
              <a:gd name="connsiteY2" fmla="*/ 4994178 h 5143500"/>
              <a:gd name="connsiteX3" fmla="*/ 351671 w 9144000"/>
              <a:gd name="connsiteY3" fmla="*/ 4989762 h 5143500"/>
              <a:gd name="connsiteX4" fmla="*/ 351671 w 9144000"/>
              <a:gd name="connsiteY4" fmla="*/ 4989714 h 5143500"/>
              <a:gd name="connsiteX5" fmla="*/ 347304 w 9144000"/>
              <a:gd name="connsiteY5" fmla="*/ 4985347 h 5143500"/>
              <a:gd name="connsiteX6" fmla="*/ 347256 w 9144000"/>
              <a:gd name="connsiteY6" fmla="*/ 4985347 h 5143500"/>
              <a:gd name="connsiteX7" fmla="*/ 335514 w 9144000"/>
              <a:gd name="connsiteY7" fmla="*/ 4984571 h 5143500"/>
              <a:gd name="connsiteX8" fmla="*/ 330371 w 9144000"/>
              <a:gd name="connsiteY8" fmla="*/ 4989714 h 5143500"/>
              <a:gd name="connsiteX9" fmla="*/ 335514 w 9144000"/>
              <a:gd name="connsiteY9" fmla="*/ 4994857 h 5143500"/>
              <a:gd name="connsiteX10" fmla="*/ 340657 w 9144000"/>
              <a:gd name="connsiteY10" fmla="*/ 4989714 h 5143500"/>
              <a:gd name="connsiteX11" fmla="*/ 335514 w 9144000"/>
              <a:gd name="connsiteY11" fmla="*/ 4984571 h 5143500"/>
              <a:gd name="connsiteX12" fmla="*/ 358998 w 9144000"/>
              <a:gd name="connsiteY12" fmla="*/ 4972829 h 5143500"/>
              <a:gd name="connsiteX13" fmla="*/ 353855 w 9144000"/>
              <a:gd name="connsiteY13" fmla="*/ 4977972 h 5143500"/>
              <a:gd name="connsiteX14" fmla="*/ 358998 w 9144000"/>
              <a:gd name="connsiteY14" fmla="*/ 4983115 h 5143500"/>
              <a:gd name="connsiteX15" fmla="*/ 364141 w 9144000"/>
              <a:gd name="connsiteY15" fmla="*/ 4977972 h 5143500"/>
              <a:gd name="connsiteX16" fmla="*/ 358998 w 9144000"/>
              <a:gd name="connsiteY16" fmla="*/ 4972829 h 5143500"/>
              <a:gd name="connsiteX17" fmla="*/ 335514 w 9144000"/>
              <a:gd name="connsiteY17" fmla="*/ 4972102 h 5143500"/>
              <a:gd name="connsiteX18" fmla="*/ 329791 w 9144000"/>
              <a:gd name="connsiteY18" fmla="*/ 4978117 h 5143500"/>
              <a:gd name="connsiteX19" fmla="*/ 335805 w 9144000"/>
              <a:gd name="connsiteY19" fmla="*/ 4983840 h 5143500"/>
              <a:gd name="connsiteX20" fmla="*/ 341459 w 9144000"/>
              <a:gd name="connsiteY20" fmla="*/ 4978047 h 5143500"/>
              <a:gd name="connsiteX21" fmla="*/ 347256 w 9144000"/>
              <a:gd name="connsiteY21" fmla="*/ 4983844 h 5143500"/>
              <a:gd name="connsiteX22" fmla="*/ 353127 w 9144000"/>
              <a:gd name="connsiteY22" fmla="*/ 4977973 h 5143500"/>
              <a:gd name="connsiteX23" fmla="*/ 347256 w 9144000"/>
              <a:gd name="connsiteY23" fmla="*/ 4972102 h 5143500"/>
              <a:gd name="connsiteX24" fmla="*/ 341458 w 9144000"/>
              <a:gd name="connsiteY24" fmla="*/ 4977900 h 5143500"/>
              <a:gd name="connsiteX25" fmla="*/ 335660 w 9144000"/>
              <a:gd name="connsiteY25" fmla="*/ 4972102 h 5143500"/>
              <a:gd name="connsiteX26" fmla="*/ 370642 w 9144000"/>
              <a:gd name="connsiteY26" fmla="*/ 4961961 h 5143500"/>
              <a:gd name="connsiteX27" fmla="*/ 366227 w 9144000"/>
              <a:gd name="connsiteY27" fmla="*/ 4966376 h 5143500"/>
              <a:gd name="connsiteX28" fmla="*/ 370642 w 9144000"/>
              <a:gd name="connsiteY28" fmla="*/ 4970792 h 5143500"/>
              <a:gd name="connsiteX29" fmla="*/ 375057 w 9144000"/>
              <a:gd name="connsiteY29" fmla="*/ 4966376 h 5143500"/>
              <a:gd name="connsiteX30" fmla="*/ 370642 w 9144000"/>
              <a:gd name="connsiteY30" fmla="*/ 4961961 h 5143500"/>
              <a:gd name="connsiteX31" fmla="*/ 370643 w 9144000"/>
              <a:gd name="connsiteY31" fmla="*/ 4949297 h 5143500"/>
              <a:gd name="connsiteX32" fmla="*/ 365500 w 9144000"/>
              <a:gd name="connsiteY32" fmla="*/ 4954440 h 5143500"/>
              <a:gd name="connsiteX33" fmla="*/ 370643 w 9144000"/>
              <a:gd name="connsiteY33" fmla="*/ 4959583 h 5143500"/>
              <a:gd name="connsiteX34" fmla="*/ 375786 w 9144000"/>
              <a:gd name="connsiteY34" fmla="*/ 4954440 h 5143500"/>
              <a:gd name="connsiteX35" fmla="*/ 370643 w 9144000"/>
              <a:gd name="connsiteY35" fmla="*/ 4949297 h 5143500"/>
              <a:gd name="connsiteX36" fmla="*/ 358998 w 9144000"/>
              <a:gd name="connsiteY36" fmla="*/ 4948521 h 5143500"/>
              <a:gd name="connsiteX37" fmla="*/ 353079 w 9144000"/>
              <a:gd name="connsiteY37" fmla="*/ 4954440 h 5143500"/>
              <a:gd name="connsiteX38" fmla="*/ 358998 w 9144000"/>
              <a:gd name="connsiteY38" fmla="*/ 4960360 h 5143500"/>
              <a:gd name="connsiteX39" fmla="*/ 353127 w 9144000"/>
              <a:gd name="connsiteY39" fmla="*/ 4966231 h 5143500"/>
              <a:gd name="connsiteX40" fmla="*/ 358998 w 9144000"/>
              <a:gd name="connsiteY40" fmla="*/ 4972199 h 5143500"/>
              <a:gd name="connsiteX41" fmla="*/ 364965 w 9144000"/>
              <a:gd name="connsiteY41" fmla="*/ 4966328 h 5143500"/>
              <a:gd name="connsiteX42" fmla="*/ 359094 w 9144000"/>
              <a:gd name="connsiteY42" fmla="*/ 4960360 h 5143500"/>
              <a:gd name="connsiteX43" fmla="*/ 358998 w 9144000"/>
              <a:gd name="connsiteY43" fmla="*/ 4960360 h 5143500"/>
              <a:gd name="connsiteX44" fmla="*/ 364918 w 9144000"/>
              <a:gd name="connsiteY44" fmla="*/ 4954440 h 5143500"/>
              <a:gd name="connsiteX45" fmla="*/ 358998 w 9144000"/>
              <a:gd name="connsiteY45" fmla="*/ 4948521 h 5143500"/>
              <a:gd name="connsiteX46" fmla="*/ 625032 w 9144000"/>
              <a:gd name="connsiteY46" fmla="*/ 4939788 h 5143500"/>
              <a:gd name="connsiteX47" fmla="*/ 650020 w 9144000"/>
              <a:gd name="connsiteY47" fmla="*/ 4939788 h 5143500"/>
              <a:gd name="connsiteX48" fmla="*/ 650020 w 9144000"/>
              <a:gd name="connsiteY48" fmla="*/ 4948570 h 5143500"/>
              <a:gd name="connsiteX49" fmla="*/ 625032 w 9144000"/>
              <a:gd name="connsiteY49" fmla="*/ 4948570 h 5143500"/>
              <a:gd name="connsiteX50" fmla="*/ 487090 w 9144000"/>
              <a:gd name="connsiteY50" fmla="*/ 4939788 h 5143500"/>
              <a:gd name="connsiteX51" fmla="*/ 512078 w 9144000"/>
              <a:gd name="connsiteY51" fmla="*/ 4939788 h 5143500"/>
              <a:gd name="connsiteX52" fmla="*/ 511884 w 9144000"/>
              <a:gd name="connsiteY52" fmla="*/ 4948570 h 5143500"/>
              <a:gd name="connsiteX53" fmla="*/ 487090 w 9144000"/>
              <a:gd name="connsiteY53" fmla="*/ 4948570 h 5143500"/>
              <a:gd name="connsiteX54" fmla="*/ 573602 w 9144000"/>
              <a:gd name="connsiteY54" fmla="*/ 4939738 h 5143500"/>
              <a:gd name="connsiteX55" fmla="*/ 600045 w 9144000"/>
              <a:gd name="connsiteY55" fmla="*/ 4939738 h 5143500"/>
              <a:gd name="connsiteX56" fmla="*/ 600045 w 9144000"/>
              <a:gd name="connsiteY56" fmla="*/ 4966230 h 5143500"/>
              <a:gd name="connsiteX57" fmla="*/ 573602 w 9144000"/>
              <a:gd name="connsiteY57" fmla="*/ 4966230 h 5143500"/>
              <a:gd name="connsiteX58" fmla="*/ 737502 w 9144000"/>
              <a:gd name="connsiteY58" fmla="*/ 4930957 h 5143500"/>
              <a:gd name="connsiteX59" fmla="*/ 745556 w 9144000"/>
              <a:gd name="connsiteY59" fmla="*/ 4963271 h 5143500"/>
              <a:gd name="connsiteX60" fmla="*/ 757395 w 9144000"/>
              <a:gd name="connsiteY60" fmla="*/ 4975790 h 5143500"/>
              <a:gd name="connsiteX61" fmla="*/ 761713 w 9144000"/>
              <a:gd name="connsiteY61" fmla="*/ 4975790 h 5143500"/>
              <a:gd name="connsiteX62" fmla="*/ 761713 w 9144000"/>
              <a:gd name="connsiteY62" fmla="*/ 4985494 h 5143500"/>
              <a:gd name="connsiteX63" fmla="*/ 745556 w 9144000"/>
              <a:gd name="connsiteY63" fmla="*/ 4985494 h 5143500"/>
              <a:gd name="connsiteX64" fmla="*/ 745556 w 9144000"/>
              <a:gd name="connsiteY64" fmla="*/ 4994276 h 5143500"/>
              <a:gd name="connsiteX65" fmla="*/ 748516 w 9144000"/>
              <a:gd name="connsiteY65" fmla="*/ 4994276 h 5143500"/>
              <a:gd name="connsiteX66" fmla="*/ 770544 w 9144000"/>
              <a:gd name="connsiteY66" fmla="*/ 4978119 h 5143500"/>
              <a:gd name="connsiteX67" fmla="*/ 782286 w 9144000"/>
              <a:gd name="connsiteY67" fmla="*/ 4931103 h 5143500"/>
              <a:gd name="connsiteX68" fmla="*/ 771999 w 9144000"/>
              <a:gd name="connsiteY68" fmla="*/ 4930957 h 5143500"/>
              <a:gd name="connsiteX69" fmla="*/ 765401 w 9144000"/>
              <a:gd name="connsiteY69" fmla="*/ 4966231 h 5143500"/>
              <a:gd name="connsiteX70" fmla="*/ 754387 w 9144000"/>
              <a:gd name="connsiteY70" fmla="*/ 4966231 h 5143500"/>
              <a:gd name="connsiteX71" fmla="*/ 747788 w 9144000"/>
              <a:gd name="connsiteY71" fmla="*/ 4930957 h 5143500"/>
              <a:gd name="connsiteX72" fmla="*/ 730855 w 9144000"/>
              <a:gd name="connsiteY72" fmla="*/ 4930957 h 5143500"/>
              <a:gd name="connsiteX73" fmla="*/ 708885 w 9144000"/>
              <a:gd name="connsiteY73" fmla="*/ 4949820 h 5143500"/>
              <a:gd name="connsiteX74" fmla="*/ 708827 w 9144000"/>
              <a:gd name="connsiteY74" fmla="*/ 4951530 h 5143500"/>
              <a:gd name="connsiteX75" fmla="*/ 708827 w 9144000"/>
              <a:gd name="connsiteY75" fmla="*/ 4966086 h 5143500"/>
              <a:gd name="connsiteX76" fmla="*/ 702956 w 9144000"/>
              <a:gd name="connsiteY76" fmla="*/ 4966086 h 5143500"/>
              <a:gd name="connsiteX77" fmla="*/ 702956 w 9144000"/>
              <a:gd name="connsiteY77" fmla="*/ 4974916 h 5143500"/>
              <a:gd name="connsiteX78" fmla="*/ 733814 w 9144000"/>
              <a:gd name="connsiteY78" fmla="*/ 4974916 h 5143500"/>
              <a:gd name="connsiteX79" fmla="*/ 733814 w 9144000"/>
              <a:gd name="connsiteY79" fmla="*/ 4966086 h 5143500"/>
              <a:gd name="connsiteX80" fmla="*/ 717657 w 9144000"/>
              <a:gd name="connsiteY80" fmla="*/ 4966086 h 5143500"/>
              <a:gd name="connsiteX81" fmla="*/ 717657 w 9144000"/>
              <a:gd name="connsiteY81" fmla="*/ 4939788 h 5143500"/>
              <a:gd name="connsiteX82" fmla="*/ 730855 w 9144000"/>
              <a:gd name="connsiteY82" fmla="*/ 4939788 h 5143500"/>
              <a:gd name="connsiteX83" fmla="*/ 661180 w 9144000"/>
              <a:gd name="connsiteY83" fmla="*/ 4930957 h 5143500"/>
              <a:gd name="connsiteX84" fmla="*/ 670010 w 9144000"/>
              <a:gd name="connsiteY84" fmla="*/ 4964921 h 5143500"/>
              <a:gd name="connsiteX85" fmla="*/ 683256 w 9144000"/>
              <a:gd name="connsiteY85" fmla="*/ 4975984 h 5143500"/>
              <a:gd name="connsiteX86" fmla="*/ 696454 w 9144000"/>
              <a:gd name="connsiteY86" fmla="*/ 4964921 h 5143500"/>
              <a:gd name="connsiteX87" fmla="*/ 705284 w 9144000"/>
              <a:gd name="connsiteY87" fmla="*/ 4930957 h 5143500"/>
              <a:gd name="connsiteX88" fmla="*/ 694853 w 9144000"/>
              <a:gd name="connsiteY88" fmla="*/ 4930957 h 5143500"/>
              <a:gd name="connsiteX89" fmla="*/ 687526 w 9144000"/>
              <a:gd name="connsiteY89" fmla="*/ 4966231 h 5143500"/>
              <a:gd name="connsiteX90" fmla="*/ 678695 w 9144000"/>
              <a:gd name="connsiteY90" fmla="*/ 4966231 h 5143500"/>
              <a:gd name="connsiteX91" fmla="*/ 671466 w 9144000"/>
              <a:gd name="connsiteY91" fmla="*/ 4930957 h 5143500"/>
              <a:gd name="connsiteX92" fmla="*/ 445655 w 9144000"/>
              <a:gd name="connsiteY92" fmla="*/ 4930957 h 5143500"/>
              <a:gd name="connsiteX93" fmla="*/ 445655 w 9144000"/>
              <a:gd name="connsiteY93" fmla="*/ 4939739 h 5143500"/>
              <a:gd name="connsiteX94" fmla="*/ 458852 w 9144000"/>
              <a:gd name="connsiteY94" fmla="*/ 4939739 h 5143500"/>
              <a:gd name="connsiteX95" fmla="*/ 458852 w 9144000"/>
              <a:gd name="connsiteY95" fmla="*/ 4966231 h 5143500"/>
              <a:gd name="connsiteX96" fmla="*/ 450070 w 9144000"/>
              <a:gd name="connsiteY96" fmla="*/ 4966231 h 5143500"/>
              <a:gd name="connsiteX97" fmla="*/ 450070 w 9144000"/>
              <a:gd name="connsiteY97" fmla="*/ 4975013 h 5143500"/>
              <a:gd name="connsiteX98" fmla="*/ 476513 w 9144000"/>
              <a:gd name="connsiteY98" fmla="*/ 4975013 h 5143500"/>
              <a:gd name="connsiteX99" fmla="*/ 476513 w 9144000"/>
              <a:gd name="connsiteY99" fmla="*/ 4966231 h 5143500"/>
              <a:gd name="connsiteX100" fmla="*/ 467683 w 9144000"/>
              <a:gd name="connsiteY100" fmla="*/ 4966231 h 5143500"/>
              <a:gd name="connsiteX101" fmla="*/ 467683 w 9144000"/>
              <a:gd name="connsiteY101" fmla="*/ 4952257 h 5143500"/>
              <a:gd name="connsiteX102" fmla="*/ 445655 w 9144000"/>
              <a:gd name="connsiteY102" fmla="*/ 4930957 h 5143500"/>
              <a:gd name="connsiteX103" fmla="*/ 586848 w 9144000"/>
              <a:gd name="connsiteY103" fmla="*/ 4930228 h 5143500"/>
              <a:gd name="connsiteX104" fmla="*/ 563995 w 9144000"/>
              <a:gd name="connsiteY104" fmla="*/ 4952984 h 5143500"/>
              <a:gd name="connsiteX105" fmla="*/ 586751 w 9144000"/>
              <a:gd name="connsiteY105" fmla="*/ 4975837 h 5143500"/>
              <a:gd name="connsiteX106" fmla="*/ 609603 w 9144000"/>
              <a:gd name="connsiteY106" fmla="*/ 4953081 h 5143500"/>
              <a:gd name="connsiteX107" fmla="*/ 609603 w 9144000"/>
              <a:gd name="connsiteY107" fmla="*/ 4952984 h 5143500"/>
              <a:gd name="connsiteX108" fmla="*/ 587829 w 9144000"/>
              <a:gd name="connsiteY108" fmla="*/ 4930228 h 5143500"/>
              <a:gd name="connsiteX109" fmla="*/ 586848 w 9144000"/>
              <a:gd name="connsiteY109" fmla="*/ 4930228 h 5143500"/>
              <a:gd name="connsiteX110" fmla="*/ 500054 w 9144000"/>
              <a:gd name="connsiteY110" fmla="*/ 4930221 h 5143500"/>
              <a:gd name="connsiteX111" fmla="*/ 499560 w 9144000"/>
              <a:gd name="connsiteY111" fmla="*/ 4930229 h 5143500"/>
              <a:gd name="connsiteX112" fmla="*/ 499366 w 9144000"/>
              <a:gd name="connsiteY112" fmla="*/ 4930229 h 5143500"/>
              <a:gd name="connsiteX113" fmla="*/ 476619 w 9144000"/>
              <a:gd name="connsiteY113" fmla="*/ 4951714 h 5143500"/>
              <a:gd name="connsiteX114" fmla="*/ 476610 w 9144000"/>
              <a:gd name="connsiteY114" fmla="*/ 4952257 h 5143500"/>
              <a:gd name="connsiteX115" fmla="*/ 498638 w 9144000"/>
              <a:gd name="connsiteY115" fmla="*/ 4975013 h 5143500"/>
              <a:gd name="connsiteX116" fmla="*/ 517755 w 9144000"/>
              <a:gd name="connsiteY116" fmla="*/ 4975013 h 5143500"/>
              <a:gd name="connsiteX117" fmla="*/ 517755 w 9144000"/>
              <a:gd name="connsiteY117" fmla="*/ 4966231 h 5143500"/>
              <a:gd name="connsiteX118" fmla="*/ 487090 w 9144000"/>
              <a:gd name="connsiteY118" fmla="*/ 4966231 h 5143500"/>
              <a:gd name="connsiteX119" fmla="*/ 487090 w 9144000"/>
              <a:gd name="connsiteY119" fmla="*/ 4957400 h 5143500"/>
              <a:gd name="connsiteX120" fmla="*/ 522364 w 9144000"/>
              <a:gd name="connsiteY120" fmla="*/ 4957400 h 5143500"/>
              <a:gd name="connsiteX121" fmla="*/ 522364 w 9144000"/>
              <a:gd name="connsiteY121" fmla="*/ 4952257 h 5143500"/>
              <a:gd name="connsiteX122" fmla="*/ 500054 w 9144000"/>
              <a:gd name="connsiteY122" fmla="*/ 4930221 h 5143500"/>
              <a:gd name="connsiteX123" fmla="*/ 638045 w 9144000"/>
              <a:gd name="connsiteY123" fmla="*/ 4930220 h 5143500"/>
              <a:gd name="connsiteX124" fmla="*/ 637502 w 9144000"/>
              <a:gd name="connsiteY124" fmla="*/ 4930229 h 5143500"/>
              <a:gd name="connsiteX125" fmla="*/ 614706 w 9144000"/>
              <a:gd name="connsiteY125" fmla="*/ 4951763 h 5143500"/>
              <a:gd name="connsiteX126" fmla="*/ 614698 w 9144000"/>
              <a:gd name="connsiteY126" fmla="*/ 4952257 h 5143500"/>
              <a:gd name="connsiteX127" fmla="*/ 636774 w 9144000"/>
              <a:gd name="connsiteY127" fmla="*/ 4975013 h 5143500"/>
              <a:gd name="connsiteX128" fmla="*/ 655843 w 9144000"/>
              <a:gd name="connsiteY128" fmla="*/ 4975013 h 5143500"/>
              <a:gd name="connsiteX129" fmla="*/ 655843 w 9144000"/>
              <a:gd name="connsiteY129" fmla="*/ 4966231 h 5143500"/>
              <a:gd name="connsiteX130" fmla="*/ 624984 w 9144000"/>
              <a:gd name="connsiteY130" fmla="*/ 4966231 h 5143500"/>
              <a:gd name="connsiteX131" fmla="*/ 624984 w 9144000"/>
              <a:gd name="connsiteY131" fmla="*/ 4957400 h 5143500"/>
              <a:gd name="connsiteX132" fmla="*/ 660258 w 9144000"/>
              <a:gd name="connsiteY132" fmla="*/ 4957400 h 5143500"/>
              <a:gd name="connsiteX133" fmla="*/ 660258 w 9144000"/>
              <a:gd name="connsiteY133" fmla="*/ 4952257 h 5143500"/>
              <a:gd name="connsiteX134" fmla="*/ 638045 w 9144000"/>
              <a:gd name="connsiteY134" fmla="*/ 4930220 h 5143500"/>
              <a:gd name="connsiteX135" fmla="*/ 459046 w 9144000"/>
              <a:gd name="connsiteY135" fmla="*/ 4915139 h 5143500"/>
              <a:gd name="connsiteX136" fmla="*/ 452739 w 9144000"/>
              <a:gd name="connsiteY136" fmla="*/ 4921350 h 5143500"/>
              <a:gd name="connsiteX137" fmla="*/ 452739 w 9144000"/>
              <a:gd name="connsiteY137" fmla="*/ 4921398 h 5143500"/>
              <a:gd name="connsiteX138" fmla="*/ 458949 w 9144000"/>
              <a:gd name="connsiteY138" fmla="*/ 4927657 h 5143500"/>
              <a:gd name="connsiteX139" fmla="*/ 465257 w 9144000"/>
              <a:gd name="connsiteY139" fmla="*/ 4921447 h 5143500"/>
              <a:gd name="connsiteX140" fmla="*/ 459046 w 9144000"/>
              <a:gd name="connsiteY140" fmla="*/ 4915139 h 5143500"/>
              <a:gd name="connsiteX141" fmla="*/ 318127 w 9144000"/>
              <a:gd name="connsiteY141" fmla="*/ 4913726 h 5143500"/>
              <a:gd name="connsiteX142" fmla="*/ 318127 w 9144000"/>
              <a:gd name="connsiteY142" fmla="*/ 4925468 h 5143500"/>
              <a:gd name="connsiteX143" fmla="*/ 306337 w 9144000"/>
              <a:gd name="connsiteY143" fmla="*/ 4925468 h 5143500"/>
              <a:gd name="connsiteX144" fmla="*/ 306337 w 9144000"/>
              <a:gd name="connsiteY144" fmla="*/ 4937258 h 5143500"/>
              <a:gd name="connsiteX145" fmla="*/ 294595 w 9144000"/>
              <a:gd name="connsiteY145" fmla="*/ 4937258 h 5143500"/>
              <a:gd name="connsiteX146" fmla="*/ 294595 w 9144000"/>
              <a:gd name="connsiteY146" fmla="*/ 4949000 h 5143500"/>
              <a:gd name="connsiteX147" fmla="*/ 294595 w 9144000"/>
              <a:gd name="connsiteY147" fmla="*/ 4960742 h 5143500"/>
              <a:gd name="connsiteX148" fmla="*/ 306337 w 9144000"/>
              <a:gd name="connsiteY148" fmla="*/ 4960742 h 5143500"/>
              <a:gd name="connsiteX149" fmla="*/ 318127 w 9144000"/>
              <a:gd name="connsiteY149" fmla="*/ 4960742 h 5143500"/>
              <a:gd name="connsiteX150" fmla="*/ 318127 w 9144000"/>
              <a:gd name="connsiteY150" fmla="*/ 4949000 h 5143500"/>
              <a:gd name="connsiteX151" fmla="*/ 318127 w 9144000"/>
              <a:gd name="connsiteY151" fmla="*/ 4937258 h 5143500"/>
              <a:gd name="connsiteX152" fmla="*/ 329869 w 9144000"/>
              <a:gd name="connsiteY152" fmla="*/ 4937258 h 5143500"/>
              <a:gd name="connsiteX153" fmla="*/ 341611 w 9144000"/>
              <a:gd name="connsiteY153" fmla="*/ 4937258 h 5143500"/>
              <a:gd name="connsiteX154" fmla="*/ 341611 w 9144000"/>
              <a:gd name="connsiteY154" fmla="*/ 4925468 h 5143500"/>
              <a:gd name="connsiteX155" fmla="*/ 341611 w 9144000"/>
              <a:gd name="connsiteY155" fmla="*/ 4913726 h 5143500"/>
              <a:gd name="connsiteX156" fmla="*/ 329869 w 9144000"/>
              <a:gd name="connsiteY156" fmla="*/ 4913726 h 5143500"/>
              <a:gd name="connsiteX157" fmla="*/ 533912 w 9144000"/>
              <a:gd name="connsiteY157" fmla="*/ 4913441 h 5143500"/>
              <a:gd name="connsiteX158" fmla="*/ 533912 w 9144000"/>
              <a:gd name="connsiteY158" fmla="*/ 4931102 h 5143500"/>
              <a:gd name="connsiteX159" fmla="*/ 523626 w 9144000"/>
              <a:gd name="connsiteY159" fmla="*/ 4931102 h 5143500"/>
              <a:gd name="connsiteX160" fmla="*/ 523626 w 9144000"/>
              <a:gd name="connsiteY160" fmla="*/ 4939933 h 5143500"/>
              <a:gd name="connsiteX161" fmla="*/ 533912 w 9144000"/>
              <a:gd name="connsiteY161" fmla="*/ 4939933 h 5143500"/>
              <a:gd name="connsiteX162" fmla="*/ 533912 w 9144000"/>
              <a:gd name="connsiteY162" fmla="*/ 4953858 h 5143500"/>
              <a:gd name="connsiteX163" fmla="*/ 555212 w 9144000"/>
              <a:gd name="connsiteY163" fmla="*/ 4975207 h 5143500"/>
              <a:gd name="connsiteX164" fmla="*/ 561859 w 9144000"/>
              <a:gd name="connsiteY164" fmla="*/ 4975207 h 5143500"/>
              <a:gd name="connsiteX165" fmla="*/ 561859 w 9144000"/>
              <a:gd name="connsiteY165" fmla="*/ 4966376 h 5143500"/>
              <a:gd name="connsiteX166" fmla="*/ 542743 w 9144000"/>
              <a:gd name="connsiteY166" fmla="*/ 4966376 h 5143500"/>
              <a:gd name="connsiteX167" fmla="*/ 542743 w 9144000"/>
              <a:gd name="connsiteY167" fmla="*/ 4939787 h 5143500"/>
              <a:gd name="connsiteX168" fmla="*/ 557299 w 9144000"/>
              <a:gd name="connsiteY168" fmla="*/ 4939787 h 5143500"/>
              <a:gd name="connsiteX169" fmla="*/ 557299 w 9144000"/>
              <a:gd name="connsiteY169" fmla="*/ 4930957 h 5143500"/>
              <a:gd name="connsiteX170" fmla="*/ 542743 w 9144000"/>
              <a:gd name="connsiteY170" fmla="*/ 4930957 h 5143500"/>
              <a:gd name="connsiteX171" fmla="*/ 542743 w 9144000"/>
              <a:gd name="connsiteY171" fmla="*/ 4913441 h 5143500"/>
              <a:gd name="connsiteX172" fmla="*/ 416348 w 9144000"/>
              <a:gd name="connsiteY172" fmla="*/ 4913441 h 5143500"/>
              <a:gd name="connsiteX173" fmla="*/ 416348 w 9144000"/>
              <a:gd name="connsiteY173" fmla="*/ 4931102 h 5143500"/>
              <a:gd name="connsiteX174" fmla="*/ 406062 w 9144000"/>
              <a:gd name="connsiteY174" fmla="*/ 4931102 h 5143500"/>
              <a:gd name="connsiteX175" fmla="*/ 406062 w 9144000"/>
              <a:gd name="connsiteY175" fmla="*/ 4939933 h 5143500"/>
              <a:gd name="connsiteX176" fmla="*/ 416348 w 9144000"/>
              <a:gd name="connsiteY176" fmla="*/ 4939933 h 5143500"/>
              <a:gd name="connsiteX177" fmla="*/ 416348 w 9144000"/>
              <a:gd name="connsiteY177" fmla="*/ 4953130 h 5143500"/>
              <a:gd name="connsiteX178" fmla="*/ 437648 w 9144000"/>
              <a:gd name="connsiteY178" fmla="*/ 4975207 h 5143500"/>
              <a:gd name="connsiteX179" fmla="*/ 441336 w 9144000"/>
              <a:gd name="connsiteY179" fmla="*/ 4975207 h 5143500"/>
              <a:gd name="connsiteX180" fmla="*/ 441336 w 9144000"/>
              <a:gd name="connsiteY180" fmla="*/ 4966376 h 5143500"/>
              <a:gd name="connsiteX181" fmla="*/ 425179 w 9144000"/>
              <a:gd name="connsiteY181" fmla="*/ 4966376 h 5143500"/>
              <a:gd name="connsiteX182" fmla="*/ 425179 w 9144000"/>
              <a:gd name="connsiteY182" fmla="*/ 4939787 h 5143500"/>
              <a:gd name="connsiteX183" fmla="*/ 436920 w 9144000"/>
              <a:gd name="connsiteY183" fmla="*/ 4939787 h 5143500"/>
              <a:gd name="connsiteX184" fmla="*/ 436920 w 9144000"/>
              <a:gd name="connsiteY184" fmla="*/ 4930957 h 5143500"/>
              <a:gd name="connsiteX185" fmla="*/ 425179 w 9144000"/>
              <a:gd name="connsiteY185" fmla="*/ 4930957 h 5143500"/>
              <a:gd name="connsiteX186" fmla="*/ 425179 w 9144000"/>
              <a:gd name="connsiteY186" fmla="*/ 4913441 h 5143500"/>
              <a:gd name="connsiteX187" fmla="*/ 0 w 9144000"/>
              <a:gd name="connsiteY187" fmla="*/ 0 h 5143500"/>
              <a:gd name="connsiteX188" fmla="*/ 9144000 w 9144000"/>
              <a:gd name="connsiteY188" fmla="*/ 0 h 5143500"/>
              <a:gd name="connsiteX189" fmla="*/ 9144000 w 9144000"/>
              <a:gd name="connsiteY189" fmla="*/ 5143500 h 5143500"/>
              <a:gd name="connsiteX190" fmla="*/ 0 w 9144000"/>
              <a:gd name="connsiteY190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9144000" h="5143500">
                <a:moveTo>
                  <a:pt x="347256" y="4985347"/>
                </a:moveTo>
                <a:cubicBezTo>
                  <a:pt x="344817" y="4985347"/>
                  <a:pt x="342841" y="4987324"/>
                  <a:pt x="342841" y="4989763"/>
                </a:cubicBezTo>
                <a:cubicBezTo>
                  <a:pt x="342841" y="4992202"/>
                  <a:pt x="344818" y="4994178"/>
                  <a:pt x="347256" y="4994178"/>
                </a:cubicBezTo>
                <a:cubicBezTo>
                  <a:pt x="349695" y="4994178"/>
                  <a:pt x="351671" y="4992201"/>
                  <a:pt x="351671" y="4989762"/>
                </a:cubicBezTo>
                <a:cubicBezTo>
                  <a:pt x="351671" y="4989746"/>
                  <a:pt x="351671" y="4989730"/>
                  <a:pt x="351671" y="4989714"/>
                </a:cubicBezTo>
                <a:cubicBezTo>
                  <a:pt x="351671" y="4987302"/>
                  <a:pt x="349716" y="4985347"/>
                  <a:pt x="347304" y="4985347"/>
                </a:cubicBezTo>
                <a:cubicBezTo>
                  <a:pt x="347288" y="4985347"/>
                  <a:pt x="347272" y="4985347"/>
                  <a:pt x="347256" y="4985347"/>
                </a:cubicBezTo>
                <a:close/>
                <a:moveTo>
                  <a:pt x="335514" y="4984571"/>
                </a:moveTo>
                <a:cubicBezTo>
                  <a:pt x="332673" y="4984571"/>
                  <a:pt x="330371" y="4986874"/>
                  <a:pt x="330371" y="4989714"/>
                </a:cubicBezTo>
                <a:cubicBezTo>
                  <a:pt x="330371" y="4992555"/>
                  <a:pt x="332673" y="4994857"/>
                  <a:pt x="335514" y="4994857"/>
                </a:cubicBezTo>
                <a:cubicBezTo>
                  <a:pt x="338354" y="4994857"/>
                  <a:pt x="340657" y="4992555"/>
                  <a:pt x="340657" y="4989714"/>
                </a:cubicBezTo>
                <a:cubicBezTo>
                  <a:pt x="340657" y="4986874"/>
                  <a:pt x="338354" y="4984571"/>
                  <a:pt x="335514" y="4984571"/>
                </a:cubicBezTo>
                <a:close/>
                <a:moveTo>
                  <a:pt x="358998" y="4972829"/>
                </a:moveTo>
                <a:cubicBezTo>
                  <a:pt x="356157" y="4972829"/>
                  <a:pt x="353855" y="4975132"/>
                  <a:pt x="353855" y="4977972"/>
                </a:cubicBezTo>
                <a:cubicBezTo>
                  <a:pt x="353855" y="4980813"/>
                  <a:pt x="356157" y="4983115"/>
                  <a:pt x="358998" y="4983115"/>
                </a:cubicBezTo>
                <a:cubicBezTo>
                  <a:pt x="361838" y="4983115"/>
                  <a:pt x="364141" y="4980813"/>
                  <a:pt x="364141" y="4977972"/>
                </a:cubicBezTo>
                <a:cubicBezTo>
                  <a:pt x="364141" y="4975132"/>
                  <a:pt x="361838" y="4972829"/>
                  <a:pt x="358998" y="4972829"/>
                </a:cubicBezTo>
                <a:close/>
                <a:moveTo>
                  <a:pt x="335514" y="4972102"/>
                </a:moveTo>
                <a:cubicBezTo>
                  <a:pt x="332273" y="4972182"/>
                  <a:pt x="329710" y="4974875"/>
                  <a:pt x="329791" y="4978117"/>
                </a:cubicBezTo>
                <a:cubicBezTo>
                  <a:pt x="329871" y="4981358"/>
                  <a:pt x="332564" y="4983921"/>
                  <a:pt x="335805" y="4983840"/>
                </a:cubicBezTo>
                <a:lnTo>
                  <a:pt x="341459" y="4978047"/>
                </a:lnTo>
                <a:lnTo>
                  <a:pt x="347256" y="4983844"/>
                </a:lnTo>
                <a:cubicBezTo>
                  <a:pt x="350498" y="4983844"/>
                  <a:pt x="353127" y="4981215"/>
                  <a:pt x="353127" y="4977973"/>
                </a:cubicBezTo>
                <a:cubicBezTo>
                  <a:pt x="353127" y="4974730"/>
                  <a:pt x="350498" y="4972102"/>
                  <a:pt x="347256" y="4972102"/>
                </a:cubicBezTo>
                <a:lnTo>
                  <a:pt x="341458" y="4977900"/>
                </a:lnTo>
                <a:lnTo>
                  <a:pt x="335660" y="4972102"/>
                </a:lnTo>
                <a:close/>
                <a:moveTo>
                  <a:pt x="370642" y="4961961"/>
                </a:moveTo>
                <a:cubicBezTo>
                  <a:pt x="368204" y="4961961"/>
                  <a:pt x="366227" y="4963938"/>
                  <a:pt x="366227" y="4966376"/>
                </a:cubicBezTo>
                <a:cubicBezTo>
                  <a:pt x="366227" y="4968815"/>
                  <a:pt x="368204" y="4970792"/>
                  <a:pt x="370642" y="4970792"/>
                </a:cubicBezTo>
                <a:cubicBezTo>
                  <a:pt x="373081" y="4970792"/>
                  <a:pt x="375057" y="4968815"/>
                  <a:pt x="375057" y="4966376"/>
                </a:cubicBezTo>
                <a:cubicBezTo>
                  <a:pt x="375057" y="4963938"/>
                  <a:pt x="373081" y="4961961"/>
                  <a:pt x="370642" y="4961961"/>
                </a:cubicBezTo>
                <a:close/>
                <a:moveTo>
                  <a:pt x="370643" y="4949297"/>
                </a:moveTo>
                <a:cubicBezTo>
                  <a:pt x="367802" y="4949297"/>
                  <a:pt x="365500" y="4951600"/>
                  <a:pt x="365500" y="4954440"/>
                </a:cubicBezTo>
                <a:cubicBezTo>
                  <a:pt x="365500" y="4957281"/>
                  <a:pt x="367802" y="4959583"/>
                  <a:pt x="370643" y="4959583"/>
                </a:cubicBezTo>
                <a:cubicBezTo>
                  <a:pt x="373483" y="4959583"/>
                  <a:pt x="375786" y="4957281"/>
                  <a:pt x="375786" y="4954440"/>
                </a:cubicBezTo>
                <a:cubicBezTo>
                  <a:pt x="375786" y="4951600"/>
                  <a:pt x="373483" y="4949297"/>
                  <a:pt x="370643" y="4949297"/>
                </a:cubicBezTo>
                <a:close/>
                <a:moveTo>
                  <a:pt x="358998" y="4948521"/>
                </a:moveTo>
                <a:cubicBezTo>
                  <a:pt x="355729" y="4948521"/>
                  <a:pt x="353079" y="4951171"/>
                  <a:pt x="353079" y="4954440"/>
                </a:cubicBezTo>
                <a:cubicBezTo>
                  <a:pt x="353079" y="4957710"/>
                  <a:pt x="355729" y="4960360"/>
                  <a:pt x="358998" y="4960360"/>
                </a:cubicBezTo>
                <a:cubicBezTo>
                  <a:pt x="355755" y="4960360"/>
                  <a:pt x="353127" y="4962989"/>
                  <a:pt x="353127" y="4966231"/>
                </a:cubicBezTo>
                <a:cubicBezTo>
                  <a:pt x="353100" y="4969500"/>
                  <a:pt x="355729" y="4972172"/>
                  <a:pt x="358998" y="4972199"/>
                </a:cubicBezTo>
                <a:cubicBezTo>
                  <a:pt x="362267" y="4972225"/>
                  <a:pt x="364939" y="4969597"/>
                  <a:pt x="364965" y="4966328"/>
                </a:cubicBezTo>
                <a:cubicBezTo>
                  <a:pt x="364992" y="4963059"/>
                  <a:pt x="362364" y="4960387"/>
                  <a:pt x="359094" y="4960360"/>
                </a:cubicBezTo>
                <a:cubicBezTo>
                  <a:pt x="359062" y="4960360"/>
                  <a:pt x="359030" y="4960360"/>
                  <a:pt x="358998" y="4960360"/>
                </a:cubicBezTo>
                <a:cubicBezTo>
                  <a:pt x="362267" y="4960360"/>
                  <a:pt x="364918" y="4957710"/>
                  <a:pt x="364918" y="4954440"/>
                </a:cubicBezTo>
                <a:cubicBezTo>
                  <a:pt x="364918" y="4951171"/>
                  <a:pt x="362267" y="4948521"/>
                  <a:pt x="358998" y="4948521"/>
                </a:cubicBezTo>
                <a:close/>
                <a:moveTo>
                  <a:pt x="625032" y="4939788"/>
                </a:moveTo>
                <a:lnTo>
                  <a:pt x="650020" y="4939788"/>
                </a:lnTo>
                <a:lnTo>
                  <a:pt x="650020" y="4948570"/>
                </a:lnTo>
                <a:lnTo>
                  <a:pt x="625032" y="4948570"/>
                </a:lnTo>
                <a:close/>
                <a:moveTo>
                  <a:pt x="487090" y="4939788"/>
                </a:moveTo>
                <a:lnTo>
                  <a:pt x="512078" y="4939788"/>
                </a:lnTo>
                <a:lnTo>
                  <a:pt x="511884" y="4948570"/>
                </a:lnTo>
                <a:lnTo>
                  <a:pt x="487090" y="4948570"/>
                </a:lnTo>
                <a:close/>
                <a:moveTo>
                  <a:pt x="573602" y="4939738"/>
                </a:moveTo>
                <a:lnTo>
                  <a:pt x="600045" y="4939738"/>
                </a:lnTo>
                <a:lnTo>
                  <a:pt x="600045" y="4966230"/>
                </a:lnTo>
                <a:lnTo>
                  <a:pt x="573602" y="4966230"/>
                </a:lnTo>
                <a:close/>
                <a:moveTo>
                  <a:pt x="737502" y="4930957"/>
                </a:moveTo>
                <a:cubicBezTo>
                  <a:pt x="737502" y="4930957"/>
                  <a:pt x="744197" y="4957740"/>
                  <a:pt x="745556" y="4963271"/>
                </a:cubicBezTo>
                <a:cubicBezTo>
                  <a:pt x="746915" y="4968803"/>
                  <a:pt x="750020" y="4975790"/>
                  <a:pt x="757395" y="4975790"/>
                </a:cubicBezTo>
                <a:lnTo>
                  <a:pt x="761713" y="4975790"/>
                </a:lnTo>
                <a:lnTo>
                  <a:pt x="761713" y="4985494"/>
                </a:lnTo>
                <a:lnTo>
                  <a:pt x="745556" y="4985494"/>
                </a:lnTo>
                <a:lnTo>
                  <a:pt x="745556" y="4994276"/>
                </a:lnTo>
                <a:lnTo>
                  <a:pt x="748516" y="4994276"/>
                </a:lnTo>
                <a:cubicBezTo>
                  <a:pt x="758603" y="4994291"/>
                  <a:pt x="767528" y="4987745"/>
                  <a:pt x="770544" y="4978119"/>
                </a:cubicBezTo>
                <a:cubicBezTo>
                  <a:pt x="772630" y="4969822"/>
                  <a:pt x="782286" y="4931103"/>
                  <a:pt x="782286" y="4931103"/>
                </a:cubicBezTo>
                <a:lnTo>
                  <a:pt x="771999" y="4930957"/>
                </a:lnTo>
                <a:lnTo>
                  <a:pt x="765401" y="4966231"/>
                </a:lnTo>
                <a:lnTo>
                  <a:pt x="754387" y="4966231"/>
                </a:lnTo>
                <a:lnTo>
                  <a:pt x="747788" y="4930957"/>
                </a:lnTo>
                <a:close/>
                <a:moveTo>
                  <a:pt x="730855" y="4930957"/>
                </a:moveTo>
                <a:cubicBezTo>
                  <a:pt x="719579" y="4930099"/>
                  <a:pt x="709743" y="4938544"/>
                  <a:pt x="708885" y="4949820"/>
                </a:cubicBezTo>
                <a:cubicBezTo>
                  <a:pt x="708842" y="4950389"/>
                  <a:pt x="708822" y="4950959"/>
                  <a:pt x="708827" y="4951530"/>
                </a:cubicBezTo>
                <a:lnTo>
                  <a:pt x="708827" y="4966086"/>
                </a:lnTo>
                <a:lnTo>
                  <a:pt x="702956" y="4966086"/>
                </a:lnTo>
                <a:lnTo>
                  <a:pt x="702956" y="4974916"/>
                </a:lnTo>
                <a:lnTo>
                  <a:pt x="733814" y="4974916"/>
                </a:lnTo>
                <a:lnTo>
                  <a:pt x="733814" y="4966086"/>
                </a:lnTo>
                <a:lnTo>
                  <a:pt x="717657" y="4966086"/>
                </a:lnTo>
                <a:lnTo>
                  <a:pt x="717657" y="4939788"/>
                </a:lnTo>
                <a:lnTo>
                  <a:pt x="730855" y="4939788"/>
                </a:lnTo>
                <a:close/>
                <a:moveTo>
                  <a:pt x="661180" y="4930957"/>
                </a:moveTo>
                <a:cubicBezTo>
                  <a:pt x="661180" y="4930957"/>
                  <a:pt x="667681" y="4955945"/>
                  <a:pt x="670010" y="4964921"/>
                </a:cubicBezTo>
                <a:cubicBezTo>
                  <a:pt x="670841" y="4971512"/>
                  <a:pt x="676623" y="4976341"/>
                  <a:pt x="683256" y="4975984"/>
                </a:cubicBezTo>
                <a:cubicBezTo>
                  <a:pt x="690534" y="4975984"/>
                  <a:pt x="694270" y="4973752"/>
                  <a:pt x="696454" y="4964921"/>
                </a:cubicBezTo>
                <a:cubicBezTo>
                  <a:pt x="698637" y="4956091"/>
                  <a:pt x="705284" y="4930957"/>
                  <a:pt x="705284" y="4930957"/>
                </a:cubicBezTo>
                <a:lnTo>
                  <a:pt x="694853" y="4930957"/>
                </a:lnTo>
                <a:lnTo>
                  <a:pt x="687526" y="4966231"/>
                </a:lnTo>
                <a:lnTo>
                  <a:pt x="678695" y="4966231"/>
                </a:lnTo>
                <a:lnTo>
                  <a:pt x="671466" y="4930957"/>
                </a:lnTo>
                <a:close/>
                <a:moveTo>
                  <a:pt x="445655" y="4930957"/>
                </a:moveTo>
                <a:lnTo>
                  <a:pt x="445655" y="4939739"/>
                </a:lnTo>
                <a:lnTo>
                  <a:pt x="458852" y="4939739"/>
                </a:lnTo>
                <a:lnTo>
                  <a:pt x="458852" y="4966231"/>
                </a:lnTo>
                <a:lnTo>
                  <a:pt x="450070" y="4966231"/>
                </a:lnTo>
                <a:lnTo>
                  <a:pt x="450070" y="4975013"/>
                </a:lnTo>
                <a:lnTo>
                  <a:pt x="476513" y="4975013"/>
                </a:lnTo>
                <a:lnTo>
                  <a:pt x="476513" y="4966231"/>
                </a:lnTo>
                <a:lnTo>
                  <a:pt x="467683" y="4966231"/>
                </a:lnTo>
                <a:lnTo>
                  <a:pt x="467683" y="4952257"/>
                </a:lnTo>
                <a:cubicBezTo>
                  <a:pt x="467683" y="4938672"/>
                  <a:pt x="458852" y="4930957"/>
                  <a:pt x="445655" y="4930957"/>
                </a:cubicBezTo>
                <a:close/>
                <a:moveTo>
                  <a:pt x="586848" y="4930228"/>
                </a:moveTo>
                <a:cubicBezTo>
                  <a:pt x="574253" y="4930202"/>
                  <a:pt x="564022" y="4940390"/>
                  <a:pt x="563995" y="4952984"/>
                </a:cubicBezTo>
                <a:cubicBezTo>
                  <a:pt x="563968" y="4965579"/>
                  <a:pt x="574156" y="4975810"/>
                  <a:pt x="586751" y="4975837"/>
                </a:cubicBezTo>
                <a:cubicBezTo>
                  <a:pt x="599345" y="4975864"/>
                  <a:pt x="609577" y="4965676"/>
                  <a:pt x="609603" y="4953081"/>
                </a:cubicBezTo>
                <a:cubicBezTo>
                  <a:pt x="609603" y="4953049"/>
                  <a:pt x="609603" y="4953017"/>
                  <a:pt x="609603" y="4952984"/>
                </a:cubicBezTo>
                <a:cubicBezTo>
                  <a:pt x="609874" y="4940688"/>
                  <a:pt x="600126" y="4930499"/>
                  <a:pt x="587829" y="4930228"/>
                </a:cubicBezTo>
                <a:cubicBezTo>
                  <a:pt x="587502" y="4930221"/>
                  <a:pt x="587175" y="4930221"/>
                  <a:pt x="586848" y="4930228"/>
                </a:cubicBezTo>
                <a:close/>
                <a:moveTo>
                  <a:pt x="500054" y="4930221"/>
                </a:moveTo>
                <a:cubicBezTo>
                  <a:pt x="499889" y="4930222"/>
                  <a:pt x="499724" y="4930224"/>
                  <a:pt x="499560" y="4930229"/>
                </a:cubicBezTo>
                <a:lnTo>
                  <a:pt x="499366" y="4930229"/>
                </a:lnTo>
                <a:cubicBezTo>
                  <a:pt x="487151" y="4929881"/>
                  <a:pt x="476967" y="4939500"/>
                  <a:pt x="476619" y="4951714"/>
                </a:cubicBezTo>
                <a:cubicBezTo>
                  <a:pt x="476613" y="4951895"/>
                  <a:pt x="476610" y="4952076"/>
                  <a:pt x="476610" y="4952257"/>
                </a:cubicBezTo>
                <a:cubicBezTo>
                  <a:pt x="476604" y="4964546"/>
                  <a:pt x="486355" y="4974620"/>
                  <a:pt x="498638" y="4975013"/>
                </a:cubicBezTo>
                <a:lnTo>
                  <a:pt x="517755" y="4975013"/>
                </a:lnTo>
                <a:lnTo>
                  <a:pt x="517755" y="4966231"/>
                </a:lnTo>
                <a:lnTo>
                  <a:pt x="487090" y="4966231"/>
                </a:lnTo>
                <a:lnTo>
                  <a:pt x="487090" y="4957400"/>
                </a:lnTo>
                <a:lnTo>
                  <a:pt x="522364" y="4957400"/>
                </a:lnTo>
                <a:lnTo>
                  <a:pt x="522364" y="4952257"/>
                </a:lnTo>
                <a:cubicBezTo>
                  <a:pt x="522289" y="4940011"/>
                  <a:pt x="512300" y="4930145"/>
                  <a:pt x="500054" y="4930221"/>
                </a:cubicBezTo>
                <a:close/>
                <a:moveTo>
                  <a:pt x="638045" y="4930220"/>
                </a:moveTo>
                <a:cubicBezTo>
                  <a:pt x="637864" y="4930221"/>
                  <a:pt x="637683" y="4930224"/>
                  <a:pt x="637502" y="4930229"/>
                </a:cubicBezTo>
                <a:cubicBezTo>
                  <a:pt x="625261" y="4929881"/>
                  <a:pt x="615055" y="4939521"/>
                  <a:pt x="614706" y="4951763"/>
                </a:cubicBezTo>
                <a:cubicBezTo>
                  <a:pt x="614702" y="4951927"/>
                  <a:pt x="614699" y="4952092"/>
                  <a:pt x="614698" y="4952257"/>
                </a:cubicBezTo>
                <a:cubicBezTo>
                  <a:pt x="614692" y="4964564"/>
                  <a:pt x="624473" y="4974646"/>
                  <a:pt x="636774" y="4975013"/>
                </a:cubicBezTo>
                <a:lnTo>
                  <a:pt x="655843" y="4975013"/>
                </a:lnTo>
                <a:lnTo>
                  <a:pt x="655843" y="4966231"/>
                </a:lnTo>
                <a:lnTo>
                  <a:pt x="624984" y="4966231"/>
                </a:lnTo>
                <a:lnTo>
                  <a:pt x="624984" y="4957400"/>
                </a:lnTo>
                <a:lnTo>
                  <a:pt x="660258" y="4957400"/>
                </a:lnTo>
                <a:lnTo>
                  <a:pt x="660258" y="4952257"/>
                </a:lnTo>
                <a:cubicBezTo>
                  <a:pt x="660209" y="4940038"/>
                  <a:pt x="650264" y="4930172"/>
                  <a:pt x="638045" y="4930220"/>
                </a:cubicBezTo>
                <a:close/>
                <a:moveTo>
                  <a:pt x="459046" y="4915139"/>
                </a:moveTo>
                <a:cubicBezTo>
                  <a:pt x="455590" y="4915112"/>
                  <a:pt x="452766" y="4917893"/>
                  <a:pt x="452739" y="4921350"/>
                </a:cubicBezTo>
                <a:cubicBezTo>
                  <a:pt x="452739" y="4921366"/>
                  <a:pt x="452739" y="4921382"/>
                  <a:pt x="452739" y="4921398"/>
                </a:cubicBezTo>
                <a:cubicBezTo>
                  <a:pt x="452739" y="4924836"/>
                  <a:pt x="455511" y="4927630"/>
                  <a:pt x="458949" y="4927657"/>
                </a:cubicBezTo>
                <a:cubicBezTo>
                  <a:pt x="462406" y="4927684"/>
                  <a:pt x="465230" y="4924903"/>
                  <a:pt x="465257" y="4921447"/>
                </a:cubicBezTo>
                <a:cubicBezTo>
                  <a:pt x="465283" y="4917990"/>
                  <a:pt x="462503" y="4915166"/>
                  <a:pt x="459046" y="4915139"/>
                </a:cubicBezTo>
                <a:close/>
                <a:moveTo>
                  <a:pt x="318127" y="4913726"/>
                </a:moveTo>
                <a:lnTo>
                  <a:pt x="318127" y="4925468"/>
                </a:lnTo>
                <a:lnTo>
                  <a:pt x="306337" y="4925468"/>
                </a:lnTo>
                <a:lnTo>
                  <a:pt x="306337" y="4937258"/>
                </a:lnTo>
                <a:lnTo>
                  <a:pt x="294595" y="4937258"/>
                </a:lnTo>
                <a:lnTo>
                  <a:pt x="294595" y="4949000"/>
                </a:lnTo>
                <a:lnTo>
                  <a:pt x="294595" y="4960742"/>
                </a:lnTo>
                <a:lnTo>
                  <a:pt x="306337" y="4960742"/>
                </a:lnTo>
                <a:lnTo>
                  <a:pt x="318127" y="4960742"/>
                </a:lnTo>
                <a:lnTo>
                  <a:pt x="318127" y="4949000"/>
                </a:lnTo>
                <a:lnTo>
                  <a:pt x="318127" y="4937258"/>
                </a:lnTo>
                <a:lnTo>
                  <a:pt x="329869" y="4937258"/>
                </a:lnTo>
                <a:lnTo>
                  <a:pt x="341611" y="4937258"/>
                </a:lnTo>
                <a:lnTo>
                  <a:pt x="341611" y="4925468"/>
                </a:lnTo>
                <a:lnTo>
                  <a:pt x="341611" y="4913726"/>
                </a:lnTo>
                <a:lnTo>
                  <a:pt x="329869" y="4913726"/>
                </a:lnTo>
                <a:close/>
                <a:moveTo>
                  <a:pt x="533912" y="4913441"/>
                </a:moveTo>
                <a:lnTo>
                  <a:pt x="533912" y="4931102"/>
                </a:lnTo>
                <a:lnTo>
                  <a:pt x="523626" y="4931102"/>
                </a:lnTo>
                <a:lnTo>
                  <a:pt x="523626" y="4939933"/>
                </a:lnTo>
                <a:lnTo>
                  <a:pt x="533912" y="4939933"/>
                </a:lnTo>
                <a:lnTo>
                  <a:pt x="533912" y="4953858"/>
                </a:lnTo>
                <a:cubicBezTo>
                  <a:pt x="533912" y="4967104"/>
                  <a:pt x="540511" y="4975207"/>
                  <a:pt x="555212" y="4975207"/>
                </a:cubicBezTo>
                <a:lnTo>
                  <a:pt x="561859" y="4975207"/>
                </a:lnTo>
                <a:lnTo>
                  <a:pt x="561859" y="4966376"/>
                </a:lnTo>
                <a:lnTo>
                  <a:pt x="542743" y="4966376"/>
                </a:lnTo>
                <a:lnTo>
                  <a:pt x="542743" y="4939787"/>
                </a:lnTo>
                <a:lnTo>
                  <a:pt x="557299" y="4939787"/>
                </a:lnTo>
                <a:lnTo>
                  <a:pt x="557299" y="4930957"/>
                </a:lnTo>
                <a:lnTo>
                  <a:pt x="542743" y="4930957"/>
                </a:lnTo>
                <a:lnTo>
                  <a:pt x="542743" y="4913441"/>
                </a:lnTo>
                <a:close/>
                <a:moveTo>
                  <a:pt x="416348" y="4913441"/>
                </a:moveTo>
                <a:lnTo>
                  <a:pt x="416348" y="4931102"/>
                </a:lnTo>
                <a:lnTo>
                  <a:pt x="406062" y="4931102"/>
                </a:lnTo>
                <a:lnTo>
                  <a:pt x="406062" y="4939933"/>
                </a:lnTo>
                <a:lnTo>
                  <a:pt x="416348" y="4939933"/>
                </a:lnTo>
                <a:lnTo>
                  <a:pt x="416348" y="4953130"/>
                </a:lnTo>
                <a:cubicBezTo>
                  <a:pt x="416348" y="4966376"/>
                  <a:pt x="422947" y="4975207"/>
                  <a:pt x="437648" y="4975207"/>
                </a:cubicBezTo>
                <a:lnTo>
                  <a:pt x="441336" y="4975207"/>
                </a:lnTo>
                <a:lnTo>
                  <a:pt x="441336" y="4966376"/>
                </a:lnTo>
                <a:lnTo>
                  <a:pt x="425179" y="4966376"/>
                </a:lnTo>
                <a:lnTo>
                  <a:pt x="425179" y="4939787"/>
                </a:lnTo>
                <a:lnTo>
                  <a:pt x="436920" y="4939787"/>
                </a:lnTo>
                <a:lnTo>
                  <a:pt x="436920" y="4930957"/>
                </a:lnTo>
                <a:lnTo>
                  <a:pt x="425179" y="4930957"/>
                </a:lnTo>
                <a:lnTo>
                  <a:pt x="425179" y="4913441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87338" y="735013"/>
            <a:ext cx="3273091" cy="1793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your quote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83829" y="231775"/>
            <a:ext cx="3276600" cy="365208"/>
          </a:xfrm>
        </p:spPr>
        <p:txBody>
          <a:bodyPr tIns="36000">
            <a:normAutofit/>
          </a:bodyPr>
          <a:lstStyle>
            <a:lvl1pPr marL="0" indent="0">
              <a:spcBef>
                <a:spcPts val="0"/>
              </a:spcBef>
              <a:buClr>
                <a:schemeClr val="accent6"/>
              </a:buClr>
              <a:buFont typeface="+mj-lt"/>
              <a:buNone/>
              <a:defRPr sz="1200">
                <a:solidFill>
                  <a:srgbClr val="E9EC6B"/>
                </a:solidFill>
              </a:defRPr>
            </a:lvl1pPr>
            <a:lvl2pPr marL="234950" indent="0">
              <a:buClr>
                <a:schemeClr val="accent6"/>
              </a:buClr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intro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231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1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BC1972-8065-4A53-B307-68AB4006EBA4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3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29A0C0-C4FA-4BD5-B2B6-6748A116A518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155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3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4C816F69-5068-4908-9804-E11DD367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94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D001CC6F-BFCA-4280-BE24-68BE1C518787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476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61063" y="1120388"/>
            <a:ext cx="2079000" cy="3681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GB" sz="675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675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900"/>
              </a:spcBef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675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50863" y="1456513"/>
            <a:ext cx="229340" cy="274388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82185" y="3020215"/>
            <a:ext cx="235341" cy="407925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93942" y="1120388"/>
            <a:ext cx="2079000" cy="38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selected slide</a:t>
            </a:r>
          </a:p>
          <a:p>
            <a:pPr eaLnBrk="1" hangingPunct="1">
              <a:spcAft>
                <a:spcPts val="450"/>
              </a:spcAft>
              <a:defRPr/>
            </a:pP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675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287338" y="240670"/>
            <a:ext cx="8569325" cy="4876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24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72942" y="1587362"/>
            <a:ext cx="283720" cy="407525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D27C8A6-3124-4A11-900D-2C649BB3C7C9}" type="datetime4">
              <a:rPr lang="en-GB" smtClean="0"/>
              <a:t>04 August 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5537581" y="2482382"/>
            <a:ext cx="255903" cy="241280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7338" y="1120388"/>
            <a:ext cx="2079000" cy="348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to jump though bullet-point levels.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sz="675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450"/>
              </a:spcAft>
              <a:defRPr/>
            </a:pP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450"/>
              </a:spcAft>
              <a:buFont typeface="+mj-lt"/>
              <a:buNone/>
            </a:pP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675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675" noProof="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675" noProof="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675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30238" y="3644419"/>
            <a:ext cx="356571" cy="13257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30238" y="3003681"/>
            <a:ext cx="246661" cy="379126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332261" y="4318893"/>
            <a:ext cx="403849" cy="1296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30238" y="1874737"/>
            <a:ext cx="342857" cy="192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5501467" y="2020948"/>
            <a:ext cx="328131" cy="27438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8078513" y="4518475"/>
            <a:ext cx="743810" cy="288491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330238" y="2407138"/>
            <a:ext cx="192857" cy="2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8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338" y="231774"/>
            <a:ext cx="8569325" cy="100806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338" y="1384301"/>
            <a:ext cx="8569324" cy="32400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1"/>
            <a:r>
              <a:rPr lang="en-US" dirty="0"/>
              <a:t>Level 2,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2"/>
            <a:r>
              <a:rPr lang="en-US" dirty="0"/>
              <a:t>Level 3,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3"/>
            <a:r>
              <a:rPr lang="en-US" dirty="0"/>
              <a:t>Level 4, </a:t>
            </a:r>
            <a:r>
              <a:rPr lang="en-US" dirty="0" err="1"/>
              <a:t>Tietoevry</a:t>
            </a:r>
            <a:r>
              <a:rPr lang="en-US" dirty="0"/>
              <a:t> sans medium 11</a:t>
            </a:r>
          </a:p>
          <a:p>
            <a:pPr lvl="4"/>
            <a:r>
              <a:rPr lang="en-GB" dirty="0"/>
              <a:t>Level 5, </a:t>
            </a:r>
            <a:r>
              <a:rPr lang="en-GB" dirty="0" err="1"/>
              <a:t>Tietoevry</a:t>
            </a:r>
            <a:r>
              <a:rPr lang="en-GB" dirty="0"/>
              <a:t> sans medium 11 (Maroon colour)</a:t>
            </a:r>
          </a:p>
          <a:p>
            <a:pPr lvl="5"/>
            <a:r>
              <a:rPr lang="en-US" dirty="0"/>
              <a:t>Level 6, </a:t>
            </a:r>
            <a:r>
              <a:rPr lang="en-US" dirty="0" err="1"/>
              <a:t>Tietoevry</a:t>
            </a:r>
            <a:r>
              <a:rPr lang="en-US" dirty="0"/>
              <a:t> sans light 16 (Boardroom)</a:t>
            </a:r>
          </a:p>
          <a:p>
            <a:pPr lvl="6"/>
            <a:r>
              <a:rPr lang="en-US" dirty="0"/>
              <a:t>Level 7, </a:t>
            </a:r>
            <a:r>
              <a:rPr lang="en-US" dirty="0" err="1"/>
              <a:t>Tietoevry</a:t>
            </a:r>
            <a:r>
              <a:rPr lang="en-US" dirty="0"/>
              <a:t> sans light 20 (Classroom)</a:t>
            </a:r>
          </a:p>
          <a:p>
            <a:pPr lvl="7"/>
            <a:r>
              <a:rPr lang="en-US" dirty="0"/>
              <a:t>Level 8, </a:t>
            </a:r>
            <a:r>
              <a:rPr lang="en-US" dirty="0" err="1"/>
              <a:t>Tietoevry</a:t>
            </a:r>
            <a:r>
              <a:rPr lang="en-US" dirty="0"/>
              <a:t> sans light 24 (Ballroom)</a:t>
            </a:r>
          </a:p>
          <a:p>
            <a:pPr lvl="8"/>
            <a:r>
              <a:rPr lang="en-US" dirty="0"/>
              <a:t>Level 9,Tietoevry sans thin 36 (Infographics)</a:t>
            </a:r>
          </a:p>
          <a:p>
            <a:pPr lvl="8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054" y="4889414"/>
            <a:ext cx="2057400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0621" y="4889414"/>
            <a:ext cx="513396" cy="12938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687" y="4889414"/>
            <a:ext cx="316567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1" name="Graphic 19">
            <a:extLst>
              <a:ext uri="{FF2B5EF4-FFF2-40B4-BE49-F238E27FC236}">
                <a16:creationId xmlns:a16="http://schemas.microsoft.com/office/drawing/2014/main" id="{25FB6CBA-568C-4561-9F8B-63353D60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5553F2-FBCD-4BC0-89B1-C3C6B071A465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E97CA0-2B3D-4EC7-8814-4B1885DAA8A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436BE29-9A5E-4924-96C1-C8FD6399636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302BD2-1721-4C2B-918F-37EDB2DA21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A81E65-F43B-4507-962E-4E125887B53C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8C82DF7-08D7-4B3C-A2EE-3F151BD3E0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78D303-7B1B-4CA5-98B1-5150A7C5556C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45B777B-422A-42E1-9FEF-493C5441CEB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D0337E-6257-43B6-8A33-5D5B00F11F62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CDA05F-0DFB-434E-8D63-F21AC9981CF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61AAF30-1E5F-4CD3-9063-4CD80BA1F755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A0A60F8-03A2-4F61-B78E-3B95B56313E6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BAFDD46-3F79-4ABA-99B9-5B4F6A10C61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61AE0C9-4144-43F9-A524-8675A64D4BEF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CCFBA73-1C05-4642-8FD7-EC0C2827D71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B432E7C-57D1-4945-8842-A6509C2261F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6BA895-901A-4EA1-839D-68CDC919D65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773566D-F5D6-45EA-8088-C1671AE9349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E19993-6F5D-408F-A761-CFB189BD3ED2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09AB2E-EE1C-4E2C-93C7-D22EF0230ADD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xxLanguageTextBox">
            <a:extLst>
              <a:ext uri="{FF2B5EF4-FFF2-40B4-BE49-F238E27FC236}">
                <a16:creationId xmlns:a16="http://schemas.microsoft.com/office/drawing/2014/main" id="{58F81A98-8A90-4939-8305-1BD77D15340D}"/>
              </a:ext>
            </a:extLst>
          </p:cNvPr>
          <p:cNvSpPr/>
          <p:nvPr userDrawn="1">
            <p:custDataLst>
              <p:tags r:id="rId59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xxLanguageTextBox">
            <a:extLst>
              <a:ext uri="{FF2B5EF4-FFF2-40B4-BE49-F238E27FC236}">
                <a16:creationId xmlns:a16="http://schemas.microsoft.com/office/drawing/2014/main" id="{0BA9C109-60A0-4CD7-8604-CA1350B8399E}"/>
              </a:ext>
            </a:extLst>
          </p:cNvPr>
          <p:cNvSpPr/>
          <p:nvPr userDrawn="1">
            <p:custDataLst>
              <p:tags r:id="rId60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xxLanguageTextBox">
            <a:extLst>
              <a:ext uri="{FF2B5EF4-FFF2-40B4-BE49-F238E27FC236}">
                <a16:creationId xmlns:a16="http://schemas.microsoft.com/office/drawing/2014/main" id="{E3424136-D07B-4809-A0D0-DF64A4998C65}"/>
              </a:ext>
            </a:extLst>
          </p:cNvPr>
          <p:cNvSpPr/>
          <p:nvPr userDrawn="1">
            <p:custDataLst>
              <p:tags r:id="rId61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xxLanguageTextBox">
            <a:extLst>
              <a:ext uri="{FF2B5EF4-FFF2-40B4-BE49-F238E27FC236}">
                <a16:creationId xmlns:a16="http://schemas.microsoft.com/office/drawing/2014/main" id="{44890CA2-8BA5-4DAF-A661-773C108C9506}"/>
              </a:ext>
            </a:extLst>
          </p:cNvPr>
          <p:cNvSpPr/>
          <p:nvPr userDrawn="1">
            <p:custDataLst>
              <p:tags r:id="rId62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xxLanguageTextBox">
            <a:extLst>
              <a:ext uri="{FF2B5EF4-FFF2-40B4-BE49-F238E27FC236}">
                <a16:creationId xmlns:a16="http://schemas.microsoft.com/office/drawing/2014/main" id="{E61FCD24-C515-4CE0-8F76-ED33AB0DF48C}"/>
              </a:ext>
            </a:extLst>
          </p:cNvPr>
          <p:cNvSpPr/>
          <p:nvPr userDrawn="1">
            <p:custDataLst>
              <p:tags r:id="rId63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9" r:id="rId3"/>
    <p:sldLayoutId id="2147483678" r:id="rId4"/>
    <p:sldLayoutId id="2147483700" r:id="rId5"/>
    <p:sldLayoutId id="2147483701" r:id="rId6"/>
    <p:sldLayoutId id="2147483702" r:id="rId7"/>
    <p:sldLayoutId id="2147483682" r:id="rId8"/>
    <p:sldLayoutId id="2147483680" r:id="rId9"/>
    <p:sldLayoutId id="2147483724" r:id="rId10"/>
    <p:sldLayoutId id="2147483725" r:id="rId11"/>
    <p:sldLayoutId id="2147483683" r:id="rId12"/>
    <p:sldLayoutId id="2147483684" r:id="rId13"/>
    <p:sldLayoutId id="2147483686" r:id="rId14"/>
    <p:sldLayoutId id="2147483685" r:id="rId15"/>
    <p:sldLayoutId id="2147483687" r:id="rId16"/>
    <p:sldLayoutId id="2147483688" r:id="rId17"/>
    <p:sldLayoutId id="2147483727" r:id="rId18"/>
    <p:sldLayoutId id="2147483691" r:id="rId19"/>
    <p:sldLayoutId id="2147483730" r:id="rId20"/>
    <p:sldLayoutId id="2147483721" r:id="rId21"/>
    <p:sldLayoutId id="2147483692" r:id="rId22"/>
    <p:sldLayoutId id="2147483731" r:id="rId23"/>
    <p:sldLayoutId id="2147483732" r:id="rId24"/>
    <p:sldLayoutId id="2147483717" r:id="rId25"/>
    <p:sldLayoutId id="2147483733" r:id="rId26"/>
    <p:sldLayoutId id="2147483723" r:id="rId27"/>
    <p:sldLayoutId id="2147483722" r:id="rId28"/>
    <p:sldLayoutId id="2147483734" r:id="rId29"/>
    <p:sldLayoutId id="2147483735" r:id="rId30"/>
    <p:sldLayoutId id="2147483737" r:id="rId31"/>
    <p:sldLayoutId id="2147483738" r:id="rId32"/>
    <p:sldLayoutId id="2147483708" r:id="rId33"/>
    <p:sldLayoutId id="2147483719" r:id="rId34"/>
    <p:sldLayoutId id="2147483673" r:id="rId35"/>
    <p:sldLayoutId id="2147483674" r:id="rId36"/>
    <p:sldLayoutId id="2147483675" r:id="rId37"/>
    <p:sldLayoutId id="2147483676" r:id="rId38"/>
    <p:sldLayoutId id="2147483711" r:id="rId39"/>
    <p:sldLayoutId id="2147483710" r:id="rId40"/>
    <p:sldLayoutId id="2147483712" r:id="rId41"/>
    <p:sldLayoutId id="2147483713" r:id="rId42"/>
    <p:sldLayoutId id="2147483714" r:id="rId43"/>
    <p:sldLayoutId id="2147483739" r:id="rId44"/>
    <p:sldLayoutId id="2147483697" r:id="rId45"/>
    <p:sldLayoutId id="2147483694" r:id="rId46"/>
    <p:sldLayoutId id="2147483740" r:id="rId47"/>
    <p:sldLayoutId id="2147483709" r:id="rId48"/>
    <p:sldLayoutId id="2147483698" r:id="rId49"/>
    <p:sldLayoutId id="2147483699" r:id="rId50"/>
    <p:sldLayoutId id="2147483706" r:id="rId51"/>
    <p:sldLayoutId id="2147483703" r:id="rId52"/>
    <p:sldLayoutId id="2147483704" r:id="rId53"/>
    <p:sldLayoutId id="2147483705" r:id="rId54"/>
    <p:sldLayoutId id="2147483728" r:id="rId55"/>
    <p:sldLayoutId id="2147483729" r:id="rId56"/>
    <p:sldLayoutId id="2147483741" r:id="rId5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3456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chemeClr val="tx1"/>
          </a:solidFill>
          <a:latin typeface="Tietoevry Sans 1 Medium" pitchFamily="2" charset="0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rgbClr val="64302F"/>
          </a:solidFill>
          <a:latin typeface="Tietoevry Sans 1 Medium" pitchFamily="2" charset="0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3600" kern="1200">
          <a:solidFill>
            <a:schemeClr val="tx1"/>
          </a:solidFill>
          <a:latin typeface="Tietoevry Sans 1 Thi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79" userDrawn="1">
          <p15:clr>
            <a:srgbClr val="F26B43"/>
          </p15:clr>
        </p15:guide>
        <p15:guide id="2" orient="horz" pos="146" userDrawn="1">
          <p15:clr>
            <a:srgbClr val="F26B43"/>
          </p15:clr>
        </p15:guide>
        <p15:guide id="3" pos="181" userDrawn="1">
          <p15:clr>
            <a:srgbClr val="F26B43"/>
          </p15:clr>
        </p15:guide>
        <p15:guide id="4" orient="horz" pos="872" userDrawn="1">
          <p15:clr>
            <a:srgbClr val="F26B43"/>
          </p15:clr>
        </p15:guide>
        <p15:guide id="5" orient="horz" pos="2913" userDrawn="1">
          <p15:clr>
            <a:srgbClr val="F26B43"/>
          </p15:clr>
        </p15:guide>
        <p15:guide id="7" orient="horz" pos="7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5.xml"/><Relationship Id="rId1" Type="http://schemas.openxmlformats.org/officeDocument/2006/relationships/customXml" Target="../../customXml/item24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7.xml"/><Relationship Id="rId1" Type="http://schemas.openxmlformats.org/officeDocument/2006/relationships/customXml" Target="../../customXml/item2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28.xml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30.xml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3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customXml" Target="../../customXml/item35.xml"/><Relationship Id="rId1" Type="http://schemas.openxmlformats.org/officeDocument/2006/relationships/customXml" Target="../../customXml/item3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customXml" Target="../../customXml/item37.xml"/><Relationship Id="rId1" Type="http://schemas.openxmlformats.org/officeDocument/2006/relationships/customXml" Target="../../customXml/item36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01AF03-A4D2-30CD-B90C-361FF9B8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45406-B493-A1AA-4484-220F4C54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1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0B868-2CEC-32F3-B8A6-C42288BDD920}"/>
              </a:ext>
            </a:extLst>
          </p:cNvPr>
          <p:cNvSpPr txBox="1"/>
          <p:nvPr/>
        </p:nvSpPr>
        <p:spPr>
          <a:xfrm>
            <a:off x="1651542" y="1623794"/>
            <a:ext cx="5050172" cy="94795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800" dirty="0"/>
              <a:t>Ragflow与Dify文档解析工具对比分析</a:t>
            </a:r>
            <a:endParaRPr lang="en-US" sz="2800" dirty="0" err="1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4852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FD232-912C-4FAB-B6A6-0F335406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DBB51-7924-4F7B-BB65-65697A53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3ACCC-C742-51B5-6966-B2AF2B9F2192}"/>
              </a:ext>
            </a:extLst>
          </p:cNvPr>
          <p:cNvSpPr txBox="1"/>
          <p:nvPr/>
        </p:nvSpPr>
        <p:spPr>
          <a:xfrm>
            <a:off x="582461" y="465278"/>
            <a:ext cx="7515616" cy="4008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400" dirty="0"/>
              <a:t>                                                                                            目录</a:t>
            </a:r>
            <a:endParaRPr lang="en-US" altLang="zh-CN" sz="1400" dirty="0"/>
          </a:p>
          <a:p>
            <a:pPr algn="l"/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pPr algn="l"/>
            <a:endParaRPr lang="en-US" sz="1100" dirty="0" err="1"/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38745929-1A95-4CE1-A854-5232F439EB97}"/>
              </a:ext>
            </a:extLst>
          </p:cNvPr>
          <p:cNvSpPr/>
          <p:nvPr/>
        </p:nvSpPr>
        <p:spPr>
          <a:xfrm>
            <a:off x="607513" y="901874"/>
            <a:ext cx="2511468" cy="826718"/>
          </a:xfrm>
          <a:prstGeom prst="wav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4" name="Bullet1">
            <a:extLst>
              <a:ext uri="{FF2B5EF4-FFF2-40B4-BE49-F238E27FC236}">
                <a16:creationId xmlns:a16="http://schemas.microsoft.com/office/drawing/2014/main" id="{B2E8FB14-7A61-0CF5-D199-7458768FC64D}"/>
              </a:ext>
            </a:extLst>
          </p:cNvPr>
          <p:cNvSpPr/>
          <p:nvPr/>
        </p:nvSpPr>
        <p:spPr>
          <a:xfrm>
            <a:off x="2780530" y="1273691"/>
            <a:ext cx="2073306" cy="302194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/>
                </a:solidFill>
              </a:rPr>
              <a:t>Ragflow文档解析流程</a:t>
            </a:r>
            <a:endParaRPr lang="en-US" sz="1200" dirty="0"/>
          </a:p>
        </p:txBody>
      </p:sp>
      <p:sp>
        <p:nvSpPr>
          <p:cNvPr id="7" name="Number1">
            <a:extLst>
              <a:ext uri="{FF2B5EF4-FFF2-40B4-BE49-F238E27FC236}">
                <a16:creationId xmlns:a16="http://schemas.microsoft.com/office/drawing/2014/main" id="{DE4D7DC2-9944-1166-3F18-2D320958B22B}"/>
              </a:ext>
            </a:extLst>
          </p:cNvPr>
          <p:cNvSpPr txBox="1"/>
          <p:nvPr/>
        </p:nvSpPr>
        <p:spPr>
          <a:xfrm>
            <a:off x="2210844" y="1112844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sp>
        <p:nvSpPr>
          <p:cNvPr id="8" name="Bullet2">
            <a:extLst>
              <a:ext uri="{FF2B5EF4-FFF2-40B4-BE49-F238E27FC236}">
                <a16:creationId xmlns:a16="http://schemas.microsoft.com/office/drawing/2014/main" id="{3562D8C1-D254-E993-C41D-81018C63EFC0}"/>
              </a:ext>
            </a:extLst>
          </p:cNvPr>
          <p:cNvSpPr/>
          <p:nvPr/>
        </p:nvSpPr>
        <p:spPr>
          <a:xfrm>
            <a:off x="2778730" y="1768825"/>
            <a:ext cx="2425833" cy="296800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/>
                </a:solidFill>
              </a:rPr>
              <a:t>Ragflow文档解析核心架构</a:t>
            </a:r>
            <a:endParaRPr lang="en-US" sz="1200" dirty="0"/>
          </a:p>
        </p:txBody>
      </p:sp>
      <p:sp>
        <p:nvSpPr>
          <p:cNvPr id="10" name="Bullet3">
            <a:extLst>
              <a:ext uri="{FF2B5EF4-FFF2-40B4-BE49-F238E27FC236}">
                <a16:creationId xmlns:a16="http://schemas.microsoft.com/office/drawing/2014/main" id="{AFA0EA84-BC12-3CCE-29F4-7CAF5F1ACB8C}"/>
              </a:ext>
            </a:extLst>
          </p:cNvPr>
          <p:cNvSpPr/>
          <p:nvPr/>
        </p:nvSpPr>
        <p:spPr>
          <a:xfrm>
            <a:off x="2760038" y="2213655"/>
            <a:ext cx="1580231" cy="301122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4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zh-CN" altLang="en-US" sz="2500" b="1" dirty="0">
                <a:solidFill>
                  <a:schemeClr val="tx1"/>
                </a:solidFill>
              </a:rPr>
              <a:t>Dify文档解析流程</a:t>
            </a:r>
            <a:endParaRPr lang="en-US" sz="2500" dirty="0"/>
          </a:p>
        </p:txBody>
      </p:sp>
      <p:sp>
        <p:nvSpPr>
          <p:cNvPr id="12" name="Bullet4">
            <a:extLst>
              <a:ext uri="{FF2B5EF4-FFF2-40B4-BE49-F238E27FC236}">
                <a16:creationId xmlns:a16="http://schemas.microsoft.com/office/drawing/2014/main" id="{35B4CF41-9B83-587D-765E-9832B473BE17}"/>
              </a:ext>
            </a:extLst>
          </p:cNvPr>
          <p:cNvSpPr/>
          <p:nvPr/>
        </p:nvSpPr>
        <p:spPr>
          <a:xfrm>
            <a:off x="2764873" y="2667869"/>
            <a:ext cx="2114015" cy="346067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/>
                </a:solidFill>
              </a:rPr>
              <a:t>Dify文档解析核心架构</a:t>
            </a:r>
            <a:endParaRPr lang="en-US" sz="1200" dirty="0"/>
          </a:p>
        </p:txBody>
      </p:sp>
      <p:sp>
        <p:nvSpPr>
          <p:cNvPr id="14" name="Bullet5">
            <a:extLst>
              <a:ext uri="{FF2B5EF4-FFF2-40B4-BE49-F238E27FC236}">
                <a16:creationId xmlns:a16="http://schemas.microsoft.com/office/drawing/2014/main" id="{371A5BBF-3B8F-74C1-7B09-529D78BCC6A2}"/>
              </a:ext>
            </a:extLst>
          </p:cNvPr>
          <p:cNvSpPr/>
          <p:nvPr/>
        </p:nvSpPr>
        <p:spPr>
          <a:xfrm>
            <a:off x="2757030" y="3162021"/>
            <a:ext cx="1971546" cy="346067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/>
                </a:solidFill>
              </a:rPr>
              <a:t>开源工具对比与总结</a:t>
            </a:r>
            <a:endParaRPr lang="en-US" sz="1200" dirty="0"/>
          </a:p>
        </p:txBody>
      </p:sp>
      <p:sp>
        <p:nvSpPr>
          <p:cNvPr id="17" name="Bullet5">
            <a:extLst>
              <a:ext uri="{FF2B5EF4-FFF2-40B4-BE49-F238E27FC236}">
                <a16:creationId xmlns:a16="http://schemas.microsoft.com/office/drawing/2014/main" id="{E2F8371E-093E-EB98-816E-F512810D5C77}"/>
              </a:ext>
            </a:extLst>
          </p:cNvPr>
          <p:cNvSpPr/>
          <p:nvPr/>
        </p:nvSpPr>
        <p:spPr>
          <a:xfrm>
            <a:off x="2783660" y="3653758"/>
            <a:ext cx="2414639" cy="341338"/>
          </a:xfrm>
          <a:prstGeom prst="hexagon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tx1"/>
                </a:solidFill>
              </a:rPr>
              <a:t>开源工具复杂</a:t>
            </a:r>
            <a:r>
              <a:rPr lang="en-US" altLang="zh-CN" sz="1200" b="1" dirty="0">
                <a:solidFill>
                  <a:schemeClr val="tx1"/>
                </a:solidFill>
              </a:rPr>
              <a:t>pdf</a:t>
            </a:r>
            <a:r>
              <a:rPr lang="zh-CN" altLang="en-US" sz="1200" b="1" dirty="0">
                <a:solidFill>
                  <a:schemeClr val="tx1"/>
                </a:solidFill>
              </a:rPr>
              <a:t>效果对比</a:t>
            </a:r>
            <a:endParaRPr lang="en-US" sz="1200" dirty="0"/>
          </a:p>
        </p:txBody>
      </p:sp>
      <p:sp>
        <p:nvSpPr>
          <p:cNvPr id="16" name="Number1">
            <a:extLst>
              <a:ext uri="{FF2B5EF4-FFF2-40B4-BE49-F238E27FC236}">
                <a16:creationId xmlns:a16="http://schemas.microsoft.com/office/drawing/2014/main" id="{1D2EFB90-FB06-E18A-CF0A-D2862E4F3F87}"/>
              </a:ext>
            </a:extLst>
          </p:cNvPr>
          <p:cNvSpPr txBox="1"/>
          <p:nvPr/>
        </p:nvSpPr>
        <p:spPr>
          <a:xfrm>
            <a:off x="2198318" y="1622865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  <p:sp>
        <p:nvSpPr>
          <p:cNvPr id="19" name="Number1">
            <a:extLst>
              <a:ext uri="{FF2B5EF4-FFF2-40B4-BE49-F238E27FC236}">
                <a16:creationId xmlns:a16="http://schemas.microsoft.com/office/drawing/2014/main" id="{B337DC5D-00CA-4CFE-94E1-7A66019DD4DB}"/>
              </a:ext>
            </a:extLst>
          </p:cNvPr>
          <p:cNvSpPr txBox="1"/>
          <p:nvPr/>
        </p:nvSpPr>
        <p:spPr>
          <a:xfrm>
            <a:off x="2197849" y="2063589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  <p:sp>
        <p:nvSpPr>
          <p:cNvPr id="20" name="Number1">
            <a:extLst>
              <a:ext uri="{FF2B5EF4-FFF2-40B4-BE49-F238E27FC236}">
                <a16:creationId xmlns:a16="http://schemas.microsoft.com/office/drawing/2014/main" id="{92FF6593-678D-36BE-5D84-4A0C8DF8793D}"/>
              </a:ext>
            </a:extLst>
          </p:cNvPr>
          <p:cNvSpPr txBox="1"/>
          <p:nvPr/>
        </p:nvSpPr>
        <p:spPr>
          <a:xfrm>
            <a:off x="2197849" y="2530499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  <p:sp>
        <p:nvSpPr>
          <p:cNvPr id="21" name="Number1">
            <a:extLst>
              <a:ext uri="{FF2B5EF4-FFF2-40B4-BE49-F238E27FC236}">
                <a16:creationId xmlns:a16="http://schemas.microsoft.com/office/drawing/2014/main" id="{7CF1DA5D-C0DF-F273-A0E4-0E5105783C15}"/>
              </a:ext>
            </a:extLst>
          </p:cNvPr>
          <p:cNvSpPr txBox="1"/>
          <p:nvPr/>
        </p:nvSpPr>
        <p:spPr>
          <a:xfrm>
            <a:off x="2196270" y="3007422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sp>
        <p:nvSpPr>
          <p:cNvPr id="22" name="Number1">
            <a:extLst>
              <a:ext uri="{FF2B5EF4-FFF2-40B4-BE49-F238E27FC236}">
                <a16:creationId xmlns:a16="http://schemas.microsoft.com/office/drawing/2014/main" id="{A946648E-C05D-D8AC-4116-813B4F0B109F}"/>
              </a:ext>
            </a:extLst>
          </p:cNvPr>
          <p:cNvSpPr txBox="1"/>
          <p:nvPr/>
        </p:nvSpPr>
        <p:spPr>
          <a:xfrm>
            <a:off x="2210844" y="3511703"/>
            <a:ext cx="635916" cy="302194"/>
          </a:xfrm>
          <a:prstGeom prst="hexagon">
            <a:avLst/>
          </a:prstGeom>
          <a:solidFill>
            <a:schemeClr val="accent1"/>
          </a:solidFill>
        </p:spPr>
        <p:txBody>
          <a:bodyPr wrap="none" rtlCol="0" anchor="ctr">
            <a:normAutofit fontScale="2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20000"/>
              </a:lnSpc>
              <a:defRPr sz="7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5187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C6DE-F93D-FA28-CC17-FACC66E50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7E77A77-E514-83BD-B76F-1081F850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</a:t>
            </a:r>
            <a:r>
              <a:rPr lang="en-US" dirty="0" err="1"/>
              <a:t>R</a:t>
            </a:r>
            <a:r>
              <a:rPr lang="en-US" altLang="zh-CN" dirty="0" err="1"/>
              <a:t>agflow</a:t>
            </a:r>
            <a:r>
              <a:rPr lang="zh-CN" altLang="en-US" dirty="0"/>
              <a:t>的文档解析流程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1CDA0-45BC-E0F4-3C43-E186178A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41DD-6E87-F707-5557-E9795C20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CE1FF-14BA-CC43-FDF6-BA626C70ACE8}"/>
              </a:ext>
            </a:extLst>
          </p:cNvPr>
          <p:cNvSpPr txBox="1"/>
          <p:nvPr/>
        </p:nvSpPr>
        <p:spPr>
          <a:xfrm>
            <a:off x="869325" y="1098721"/>
            <a:ext cx="8181934" cy="36659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4AD4C5C-FF82-03CA-0661-11AD5AA62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04" y="0"/>
            <a:ext cx="224472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54D5CB-B840-708E-1358-40195C807C78}"/>
              </a:ext>
            </a:extLst>
          </p:cNvPr>
          <p:cNvSpPr txBox="1"/>
          <p:nvPr/>
        </p:nvSpPr>
        <p:spPr>
          <a:xfrm>
            <a:off x="92742" y="651353"/>
            <a:ext cx="5987362" cy="4415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/>
            <a:r>
              <a:rPr lang="zh-CN" altLang="en-US" b="1" dirty="0"/>
              <a:t>技术栈</a:t>
            </a:r>
            <a:br>
              <a:rPr lang="en-US" altLang="zh-CN" b="1" dirty="0"/>
            </a:br>
            <a:r>
              <a:rPr lang="en-US" altLang="zh-CN" b="1" dirty="0"/>
              <a:t>- </a:t>
            </a:r>
            <a:r>
              <a:rPr lang="zh-CN" altLang="en-US" sz="1200" b="1" dirty="0"/>
              <a:t>前端</a:t>
            </a:r>
            <a:r>
              <a:rPr lang="en-US" altLang="zh-CN" sz="1200" dirty="0"/>
              <a:t>: </a:t>
            </a:r>
            <a:r>
              <a:rPr lang="en-US" sz="1200" dirty="0"/>
              <a:t>React + TypeScript + Ant Design</a:t>
            </a:r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后端</a:t>
            </a:r>
            <a:r>
              <a:rPr lang="en-US" altLang="zh-CN" sz="1200" dirty="0"/>
              <a:t>: </a:t>
            </a:r>
            <a:r>
              <a:rPr lang="en-US" sz="1200" dirty="0"/>
              <a:t>Python + </a:t>
            </a:r>
            <a:r>
              <a:rPr lang="en-US" sz="1200" dirty="0" err="1"/>
              <a:t>FastAPI</a:t>
            </a:r>
            <a:endParaRPr lang="en-US" sz="1200" dirty="0"/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任务队列</a:t>
            </a:r>
            <a:r>
              <a:rPr lang="en-US" altLang="zh-CN" sz="1200" dirty="0"/>
              <a:t>: </a:t>
            </a:r>
            <a:r>
              <a:rPr lang="en-US" sz="1200" dirty="0"/>
              <a:t>Redis</a:t>
            </a:r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向量数据库</a:t>
            </a:r>
            <a:r>
              <a:rPr lang="en-US" altLang="zh-CN" sz="1200" dirty="0"/>
              <a:t>: </a:t>
            </a:r>
            <a:r>
              <a:rPr lang="en-US" sz="1200" dirty="0"/>
              <a:t>Infinity</a:t>
            </a:r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文档处理</a:t>
            </a:r>
            <a:r>
              <a:rPr lang="en-US" altLang="zh-CN" sz="1200" dirty="0"/>
              <a:t>: </a:t>
            </a:r>
            <a:r>
              <a:rPr lang="en-US" sz="1200" dirty="0" err="1"/>
              <a:t>DeepDoc</a:t>
            </a:r>
            <a:r>
              <a:rPr lang="en-US" sz="1200" dirty="0"/>
              <a:t> + </a:t>
            </a:r>
            <a:r>
              <a:rPr lang="en-US" sz="1200" dirty="0" err="1"/>
              <a:t>GraphRAG</a:t>
            </a:r>
            <a:endParaRPr lang="en-US" sz="1200" dirty="0"/>
          </a:p>
          <a:p>
            <a:pPr lvl="1"/>
            <a:r>
              <a:rPr lang="en-US" sz="1200" b="1" dirty="0"/>
              <a:t>- AI</a:t>
            </a:r>
            <a:r>
              <a:rPr lang="zh-CN" altLang="en-US" sz="1200" b="1" dirty="0"/>
              <a:t>模型</a:t>
            </a:r>
            <a:r>
              <a:rPr lang="en-US" altLang="zh-CN" sz="1200" dirty="0"/>
              <a:t>: </a:t>
            </a:r>
            <a:r>
              <a:rPr lang="zh-CN" altLang="en-US" sz="1200" dirty="0"/>
              <a:t>支持多种</a:t>
            </a:r>
            <a:r>
              <a:rPr lang="en-US" sz="1200" dirty="0"/>
              <a:t>LLM</a:t>
            </a:r>
            <a:r>
              <a:rPr lang="zh-CN" altLang="en-US" sz="1200" dirty="0"/>
              <a:t>和嵌入模型</a:t>
            </a:r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部署</a:t>
            </a:r>
            <a:r>
              <a:rPr lang="en-US" altLang="zh-CN" sz="1200" dirty="0"/>
              <a:t>: </a:t>
            </a:r>
            <a:r>
              <a:rPr lang="en-US" sz="1200" dirty="0"/>
              <a:t>Docker + Kubernetes</a:t>
            </a:r>
          </a:p>
          <a:p>
            <a:pPr algn="l"/>
            <a:endParaRPr lang="en-US" sz="1100" dirty="0"/>
          </a:p>
          <a:p>
            <a:r>
              <a:rPr lang="en-US" altLang="zh-CN" sz="1200" dirty="0" err="1"/>
              <a:t>RAGFlow</a:t>
            </a:r>
            <a:r>
              <a:rPr lang="zh-CN" altLang="en-US" sz="1200" dirty="0"/>
              <a:t>在文档解析器上运用了多项先进的深度学习和机器学习技术，形成了完整的工业级文档处理</a:t>
            </a:r>
            <a:r>
              <a:rPr lang="en-US" altLang="zh-CN" sz="1200" dirty="0"/>
              <a:t>pipeline</a:t>
            </a:r>
            <a:r>
              <a:rPr lang="zh-CN" altLang="en-US" sz="1200" dirty="0"/>
              <a:t>。</a:t>
            </a:r>
            <a:endParaRPr lang="en-US" sz="1200" dirty="0"/>
          </a:p>
          <a:p>
            <a:r>
              <a:rPr lang="en-US" altLang="zh-CN" sz="1100" b="1" dirty="0"/>
              <a:t>1. </a:t>
            </a:r>
            <a:r>
              <a:rPr lang="zh-CN" altLang="en-US" sz="1100" b="1" dirty="0"/>
              <a:t>文档摄入阶段 </a:t>
            </a:r>
            <a:r>
              <a:rPr lang="en-US" altLang="zh-CN" sz="1100" b="1" dirty="0"/>
              <a:t>(</a:t>
            </a:r>
            <a:r>
              <a:rPr lang="en-US" sz="1100" b="1" dirty="0"/>
              <a:t>Document Ingestion)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文件上传接口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sz="1200" dirty="0"/>
              <a:t>web/</a:t>
            </a:r>
            <a:r>
              <a:rPr lang="en-US" sz="1200" dirty="0" err="1"/>
              <a:t>src</a:t>
            </a:r>
            <a:r>
              <a:rPr lang="en-US" sz="1200" dirty="0"/>
              <a:t>/pages/file-manager/)</a:t>
            </a:r>
            <a:r>
              <a:rPr lang="zh-CN" altLang="en-US" sz="1100" dirty="0"/>
              <a:t>提供</a:t>
            </a:r>
            <a:r>
              <a:rPr lang="en-US" sz="1100" dirty="0"/>
              <a:t>Web</a:t>
            </a:r>
            <a:r>
              <a:rPr lang="zh-CN" altLang="en-US" sz="1100" dirty="0"/>
              <a:t>界面用于文件管理，支持支持</a:t>
            </a:r>
            <a:r>
              <a:rPr lang="en-US" sz="1100" dirty="0"/>
              <a:t>PDF、DOCX、XLSX</a:t>
            </a:r>
            <a:r>
              <a:rPr lang="zh-CN" altLang="en-US" sz="1100" dirty="0"/>
              <a:t>等多种文档格式，文件上传后进入处理队列；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en-US" altLang="zh-CN" sz="1100" b="1" dirty="0"/>
              <a:t>2. </a:t>
            </a:r>
            <a:r>
              <a:rPr lang="zh-CN" altLang="en-US" sz="1100" b="1" dirty="0"/>
              <a:t>处理管道 </a:t>
            </a:r>
            <a:r>
              <a:rPr lang="en-US" altLang="zh-CN" sz="1100" b="1" dirty="0"/>
              <a:t>(Processing Pipeline)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任务执行器</a:t>
            </a:r>
            <a:r>
              <a:rPr lang="zh-CN" altLang="en-US" sz="1100" dirty="0"/>
              <a:t> </a:t>
            </a:r>
            <a:r>
              <a:rPr lang="en-US" altLang="zh-CN" sz="1100" dirty="0"/>
              <a:t>(rag/</a:t>
            </a:r>
            <a:r>
              <a:rPr lang="en-US" altLang="zh-CN" sz="1100" dirty="0" err="1"/>
              <a:t>svr</a:t>
            </a:r>
            <a:r>
              <a:rPr lang="en-US" altLang="zh-CN" sz="1100" dirty="0"/>
              <a:t>/task_executor.py)</a:t>
            </a:r>
            <a:r>
              <a:rPr lang="zh-CN" altLang="en-US" sz="1100" dirty="0"/>
              <a:t>基于</a:t>
            </a:r>
            <a:r>
              <a:rPr lang="en-US" altLang="zh-CN" sz="1100" dirty="0"/>
              <a:t>Redis</a:t>
            </a:r>
            <a:r>
              <a:rPr lang="zh-CN" altLang="en-US" sz="1100" dirty="0"/>
              <a:t>队列的任务处理系统，使用消费者组模式管理并发任务，支持任务优先级和进度跟踪，实现分布式锁机制防止任务冲突；</a:t>
            </a:r>
            <a:endParaRPr lang="en-US" altLang="zh-CN" sz="1100" dirty="0"/>
          </a:p>
          <a:p>
            <a:endParaRPr lang="en-US" altLang="zh-CN" sz="1100" dirty="0"/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深度文档解析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altLang="zh-CN" sz="1100" dirty="0" err="1"/>
              <a:t>deepdoc</a:t>
            </a:r>
            <a:r>
              <a:rPr lang="en-US" altLang="zh-CN" sz="1100" dirty="0"/>
              <a:t>/)</a:t>
            </a:r>
            <a:r>
              <a:rPr lang="zh-CN" altLang="en-US" sz="1100" dirty="0"/>
              <a:t>视觉</a:t>
            </a:r>
            <a:r>
              <a:rPr lang="en-US" altLang="zh-CN" sz="1100" dirty="0"/>
              <a:t>+</a:t>
            </a:r>
            <a:r>
              <a:rPr lang="zh-CN" altLang="en-US" sz="1100" dirty="0"/>
              <a:t>布局分析：使用计算机视觉技术分析文档结构，支持表格、图片、文本混合内容的识别，提供文档布局理解能力；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模板化分块</a:t>
            </a:r>
            <a:r>
              <a:rPr lang="zh-CN" altLang="en-US" sz="1100" dirty="0"/>
              <a:t> </a:t>
            </a:r>
            <a:r>
              <a:rPr lang="en-US" altLang="zh-CN" sz="1100" dirty="0"/>
              <a:t>(rag/</a:t>
            </a:r>
            <a:r>
              <a:rPr lang="en-US" altLang="zh-CN" sz="1100" dirty="0" err="1"/>
              <a:t>nlp</a:t>
            </a:r>
            <a:r>
              <a:rPr lang="en-US" altLang="zh-CN" sz="1100" dirty="0"/>
              <a:t>/)</a:t>
            </a:r>
            <a:r>
              <a:rPr lang="zh-CN" altLang="en-US" sz="1100" dirty="0"/>
              <a:t>基于模板的文档分块策略，智能识别文档结构进行语义分块，保持文档的语义完整性。</a:t>
            </a:r>
          </a:p>
          <a:p>
            <a:endParaRPr lang="zh-CN" altLang="en-US" sz="1100" dirty="0"/>
          </a:p>
          <a:p>
            <a:endParaRPr lang="zh-CN" altLang="en-US" sz="1100" dirty="0"/>
          </a:p>
          <a:p>
            <a:pPr algn="l"/>
            <a:endParaRPr lang="en-US" sz="11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D6F6A-B569-7A3D-20FB-28BCA14B3538}"/>
              </a:ext>
            </a:extLst>
          </p:cNvPr>
          <p:cNvSpPr txBox="1"/>
          <p:nvPr/>
        </p:nvSpPr>
        <p:spPr>
          <a:xfrm>
            <a:off x="1816274" y="3444658"/>
            <a:ext cx="106471" cy="68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AC5F8-2215-B84A-9494-77FE55466474}"/>
              </a:ext>
            </a:extLst>
          </p:cNvPr>
          <p:cNvSpPr/>
          <p:nvPr/>
        </p:nvSpPr>
        <p:spPr>
          <a:xfrm>
            <a:off x="6726476" y="0"/>
            <a:ext cx="1020871" cy="2523995"/>
          </a:xfrm>
          <a:prstGeom prst="rect">
            <a:avLst/>
          </a:prstGeom>
          <a:noFill/>
          <a:ln w="28575">
            <a:solidFill>
              <a:srgbClr val="F942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5388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28819-6199-0BC1-BDEA-C19A22B6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D5CF2-EED9-8C47-1AD6-F155AC38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78E3F-3C2A-0D1B-3639-774E2225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7EE51F-9515-C9F5-DB7D-0E39EDB1F40F}"/>
              </a:ext>
            </a:extLst>
          </p:cNvPr>
          <p:cNvSpPr txBox="1"/>
          <p:nvPr/>
        </p:nvSpPr>
        <p:spPr>
          <a:xfrm>
            <a:off x="175364" y="1162779"/>
            <a:ext cx="8673890" cy="385601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00" b="1" dirty="0"/>
              <a:t>3. </a:t>
            </a:r>
            <a:r>
              <a:rPr lang="zh-CN" altLang="en-US" sz="1100" b="1" dirty="0"/>
              <a:t>知识提取 </a:t>
            </a:r>
            <a:r>
              <a:rPr lang="en-US" altLang="zh-CN" sz="1100" b="1" dirty="0"/>
              <a:t>(</a:t>
            </a:r>
            <a:r>
              <a:rPr lang="en-US" sz="1100" b="1" dirty="0"/>
              <a:t>Knowledge Extraction)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并行处理路径</a:t>
            </a:r>
            <a:r>
              <a:rPr lang="zh-CN" altLang="en-US" sz="1100" dirty="0"/>
              <a:t>：</a:t>
            </a:r>
            <a:r>
              <a:rPr lang="zh-CN" altLang="en-US" sz="1100" b="1" dirty="0"/>
              <a:t>路径</a:t>
            </a:r>
            <a:r>
              <a:rPr lang="en-US" sz="1100" b="1" dirty="0"/>
              <a:t>A - </a:t>
            </a:r>
            <a:r>
              <a:rPr lang="zh-CN" altLang="en-US" sz="1100" b="1" dirty="0"/>
              <a:t>向量嵌入生成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sz="1100" dirty="0"/>
              <a:t>rag/</a:t>
            </a:r>
            <a:r>
              <a:rPr lang="en-US" sz="1100" dirty="0" err="1"/>
              <a:t>llm</a:t>
            </a:r>
            <a:r>
              <a:rPr lang="en-US" sz="1100" dirty="0"/>
              <a:t>/embedding_model.py)</a:t>
            </a:r>
            <a:r>
              <a:rPr lang="zh-CN" altLang="en-US" sz="1100" dirty="0"/>
              <a:t>支持多种嵌入模型：</a:t>
            </a:r>
            <a:r>
              <a:rPr lang="en-US" sz="1100" dirty="0" err="1"/>
              <a:t>BAAI、OpenAI、Azure</a:t>
            </a:r>
            <a:r>
              <a:rPr lang="en-US" sz="1100" dirty="0"/>
              <a:t>、</a:t>
            </a:r>
            <a:r>
              <a:rPr lang="zh-CN" altLang="en-US" sz="1100" dirty="0"/>
              <a:t>本地模型等，将文档块转换为高维向量表示，支持批量处理和缓存机制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路径</a:t>
            </a:r>
            <a:r>
              <a:rPr lang="en-US" sz="1100" b="1" dirty="0"/>
              <a:t>B - </a:t>
            </a:r>
            <a:r>
              <a:rPr lang="zh-CN" altLang="en-US" sz="1100" b="1" dirty="0"/>
              <a:t>实体提取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dirty="0" err="1"/>
              <a:t>graphrag</a:t>
            </a:r>
            <a:r>
              <a:rPr lang="en-US" dirty="0"/>
              <a:t>/</a:t>
            </a:r>
            <a:r>
              <a:rPr lang="en-US" sz="1100" dirty="0"/>
              <a:t>)</a:t>
            </a:r>
            <a:r>
              <a:rPr lang="zh-CN" altLang="en-US" sz="1100" dirty="0"/>
              <a:t>使用</a:t>
            </a:r>
            <a:r>
              <a:rPr lang="en-US" sz="1100" dirty="0" err="1"/>
              <a:t>GraphRAG</a:t>
            </a:r>
            <a:r>
              <a:rPr lang="zh-CN" altLang="en-US" sz="1100" dirty="0"/>
              <a:t>技术进行实体和关系提取，构建知识图谱结构，支持实体解析和社区发现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4. </a:t>
            </a:r>
            <a:r>
              <a:rPr lang="zh-CN" altLang="en-US" sz="1100" b="1" dirty="0"/>
              <a:t>向量存储 </a:t>
            </a:r>
            <a:r>
              <a:rPr lang="en-US" altLang="zh-CN" sz="1100" b="1" dirty="0"/>
              <a:t>(</a:t>
            </a:r>
            <a:r>
              <a:rPr lang="en-US" sz="1100" b="1" dirty="0"/>
              <a:t>Vector Storage)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存储引擎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sz="1100" dirty="0"/>
              <a:t>rag/utils/infinity_conn.py)</a:t>
            </a:r>
            <a:r>
              <a:rPr lang="zh-CN" altLang="en-US" sz="1100" dirty="0"/>
              <a:t>基于</a:t>
            </a:r>
            <a:r>
              <a:rPr lang="en-US" sz="1100" dirty="0"/>
              <a:t>Infinity</a:t>
            </a:r>
            <a:r>
              <a:rPr lang="zh-CN" altLang="en-US" sz="1100" dirty="0"/>
              <a:t>向量数据库，支持</a:t>
            </a:r>
            <a:r>
              <a:rPr lang="en-US" sz="1100" dirty="0"/>
              <a:t>HNSW</a:t>
            </a:r>
            <a:r>
              <a:rPr lang="zh-CN" altLang="en-US" sz="1100" dirty="0"/>
              <a:t>索引进行高效相似性搜索，提供全文搜索和向量搜索的混合能力，支持分布式存储和水平扩展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5. </a:t>
            </a:r>
            <a:r>
              <a:rPr lang="zh-CN" altLang="en-US" sz="1100" b="1" dirty="0"/>
              <a:t>检索系统 </a:t>
            </a:r>
            <a:r>
              <a:rPr lang="en-US" altLang="zh-CN" sz="1100" b="1" dirty="0"/>
              <a:t>(</a:t>
            </a:r>
            <a:r>
              <a:rPr lang="en-US" sz="1100" b="1" dirty="0"/>
              <a:t>Retrieval System)</a:t>
            </a:r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混合搜索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sz="1100" dirty="0"/>
              <a:t>rag/</a:t>
            </a:r>
            <a:r>
              <a:rPr lang="en-US" sz="1100" dirty="0" err="1"/>
              <a:t>nlp</a:t>
            </a:r>
            <a:r>
              <a:rPr lang="en-US" sz="1100" dirty="0"/>
              <a:t>/search.py)</a:t>
            </a:r>
            <a:r>
              <a:rPr lang="zh-CN" altLang="en-US" sz="1100" dirty="0"/>
              <a:t>向量</a:t>
            </a:r>
            <a:r>
              <a:rPr lang="en-US" altLang="zh-CN" sz="1100" dirty="0"/>
              <a:t>+</a:t>
            </a:r>
            <a:r>
              <a:rPr lang="zh-CN" altLang="en-US" sz="1100" dirty="0"/>
              <a:t>全文混合搜索策略，支持语义相似性和关键词匹配，提供可配置的相似性阈值</a:t>
            </a:r>
            <a:endParaRPr lang="en-US" altLang="zh-CN" sz="1100" b="1" dirty="0"/>
          </a:p>
          <a:p>
            <a:pPr lvl="1"/>
            <a:r>
              <a:rPr lang="en-US" altLang="zh-CN" sz="1100" b="1" dirty="0"/>
              <a:t>- </a:t>
            </a:r>
            <a:r>
              <a:rPr lang="zh-CN" altLang="en-US" sz="1100" b="1" dirty="0"/>
              <a:t>重排序模型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sz="1100" dirty="0"/>
              <a:t>rag/</a:t>
            </a:r>
            <a:r>
              <a:rPr lang="en-US" sz="1100" dirty="0" err="1"/>
              <a:t>llm</a:t>
            </a:r>
            <a:r>
              <a:rPr lang="en-US" sz="1100" dirty="0"/>
              <a:t>/rerank_model.py)</a:t>
            </a:r>
            <a:r>
              <a:rPr lang="zh-CN" altLang="en-US" sz="1100" dirty="0"/>
              <a:t>使用专门的</a:t>
            </a:r>
            <a:r>
              <a:rPr lang="en-US" sz="1100" dirty="0" err="1"/>
              <a:t>rerank</a:t>
            </a:r>
            <a:r>
              <a:rPr lang="zh-CN" altLang="en-US" sz="1100" dirty="0"/>
              <a:t>模型优化搜索结果，支持多种</a:t>
            </a:r>
            <a:r>
              <a:rPr lang="en-US" sz="1100" dirty="0" err="1"/>
              <a:t>rerank</a:t>
            </a:r>
            <a:r>
              <a:rPr lang="zh-CN" altLang="en-US" sz="1100" dirty="0"/>
              <a:t>服务提供商，提高检索结果的相关性</a:t>
            </a:r>
          </a:p>
          <a:p>
            <a:pPr lvl="1"/>
            <a:r>
              <a:rPr lang="en-US" sz="1100" b="1" dirty="0"/>
              <a:t>- RAG</a:t>
            </a:r>
            <a:r>
              <a:rPr lang="zh-CN" altLang="en-US" sz="1100" b="1" dirty="0"/>
              <a:t>管道</a:t>
            </a:r>
            <a:r>
              <a:rPr lang="zh-CN" altLang="en-US" sz="1100" dirty="0"/>
              <a:t> </a:t>
            </a:r>
            <a:r>
              <a:rPr lang="en-US" altLang="zh-CN" sz="1100" dirty="0"/>
              <a:t>(</a:t>
            </a:r>
            <a:r>
              <a:rPr lang="en-US" dirty="0"/>
              <a:t>rag/</a:t>
            </a:r>
            <a:r>
              <a:rPr lang="en-US" sz="1100" dirty="0"/>
              <a:t>)</a:t>
            </a:r>
            <a:r>
              <a:rPr lang="zh-CN" altLang="en-US" sz="1100" dirty="0"/>
              <a:t>上下文组装：将检索到的信息组织成上下文，支持多轮对话和上下文管理，提供引用和溯源功能</a:t>
            </a:r>
          </a:p>
          <a:p>
            <a:pPr algn="l"/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51E920BF-3DD1-55C2-1B65-9F91F2781A33}"/>
              </a:ext>
            </a:extLst>
          </p:cNvPr>
          <p:cNvSpPr txBox="1">
            <a:spLocks/>
          </p:cNvSpPr>
          <p:nvPr/>
        </p:nvSpPr>
        <p:spPr>
          <a:xfrm>
            <a:off x="439739" y="384174"/>
            <a:ext cx="7524750" cy="10080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                                    </a:t>
            </a:r>
            <a:r>
              <a:rPr lang="en-US"/>
              <a:t>R</a:t>
            </a:r>
            <a:r>
              <a:rPr lang="en-US" altLang="zh-CN"/>
              <a:t>agflow</a:t>
            </a:r>
            <a:r>
              <a:rPr lang="zh-CN" altLang="en-US"/>
              <a:t>的文档解析流程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9772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6878-13B7-9882-65EF-C9329F89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7DE6-3030-4E93-77A1-0B40D9B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421E0-60C2-38D4-18BF-7FE29A8E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B9BAB-7A99-8152-11F7-07425F3AFBBE}"/>
              </a:ext>
            </a:extLst>
          </p:cNvPr>
          <p:cNvSpPr txBox="1"/>
          <p:nvPr/>
        </p:nvSpPr>
        <p:spPr>
          <a:xfrm>
            <a:off x="175364" y="820455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 dirty="0"/>
              <a:t>1. </a:t>
            </a:r>
            <a:r>
              <a:rPr lang="zh-CN" altLang="en-US" sz="1200" b="1" dirty="0"/>
              <a:t>多层深度学习模型集成</a:t>
            </a:r>
          </a:p>
          <a:p>
            <a:r>
              <a:rPr lang="en-US" altLang="zh-CN" sz="1200" dirty="0" err="1"/>
              <a:t>RAGFlow</a:t>
            </a:r>
            <a:r>
              <a:rPr lang="zh-CN" altLang="en-US" sz="1200" dirty="0"/>
              <a:t>采用了多个专门的深度学习模型协同工作：</a:t>
            </a:r>
          </a:p>
          <a:p>
            <a:pPr lvl="1"/>
            <a:r>
              <a:rPr lang="en-US" altLang="zh-CN" sz="1200" b="1" dirty="0"/>
              <a:t>- OCR</a:t>
            </a:r>
            <a:r>
              <a:rPr lang="zh-CN" altLang="en-US" sz="1200" b="1" dirty="0"/>
              <a:t>模型</a:t>
            </a:r>
            <a:r>
              <a:rPr lang="zh-CN" altLang="en-US" sz="1200" dirty="0"/>
              <a:t>：基于</a:t>
            </a:r>
            <a:r>
              <a:rPr lang="en-US" altLang="zh-CN" sz="1200" dirty="0"/>
              <a:t>ONNX</a:t>
            </a:r>
            <a:r>
              <a:rPr lang="zh-CN" altLang="en-US" sz="1200" dirty="0"/>
              <a:t>的文本检测和识别模型 </a:t>
            </a:r>
            <a:endParaRPr lang="en-US" altLang="zh-CN" sz="1200" dirty="0"/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布局识别模型</a:t>
            </a:r>
            <a:r>
              <a:rPr lang="zh-CN" altLang="en-US" sz="1200" dirty="0"/>
              <a:t>：使用</a:t>
            </a:r>
            <a:r>
              <a:rPr lang="en-US" altLang="zh-CN" sz="1200" dirty="0"/>
              <a:t>YOLOv10</a:t>
            </a:r>
            <a:r>
              <a:rPr lang="zh-CN" altLang="en-US" sz="1200" dirty="0"/>
              <a:t>进行文档版面分析</a:t>
            </a:r>
            <a:endParaRPr lang="en-US" altLang="zh-CN" sz="1200" dirty="0"/>
          </a:p>
          <a:p>
            <a:pPr lvl="1"/>
            <a:r>
              <a:rPr lang="en-US" altLang="zh-CN" sz="1200" b="1" dirty="0"/>
              <a:t>- </a:t>
            </a:r>
            <a:r>
              <a:rPr lang="zh-CN" altLang="en-US" sz="1200" b="1" dirty="0"/>
              <a:t>表格结构识别模型</a:t>
            </a:r>
            <a:r>
              <a:rPr lang="zh-CN" altLang="en-US" sz="1200" dirty="0"/>
              <a:t>：专门用于表格结构解析的</a:t>
            </a:r>
            <a:r>
              <a:rPr lang="en-US" altLang="zh-CN" sz="1200" dirty="0"/>
              <a:t>TSR</a:t>
            </a:r>
            <a:r>
              <a:rPr lang="zh-CN" altLang="en-US" sz="1200" dirty="0"/>
              <a:t>模型 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2. PDF</a:t>
            </a:r>
            <a:r>
              <a:rPr lang="zh-CN" altLang="en-US" sz="1200" b="1" dirty="0"/>
              <a:t>表格的特殊优化</a:t>
            </a:r>
          </a:p>
          <a:p>
            <a:r>
              <a:rPr lang="zh-CN" altLang="en-US" sz="1200" dirty="0"/>
              <a:t>针对</a:t>
            </a:r>
            <a:r>
              <a:rPr lang="en-US" altLang="zh-CN" sz="1200" dirty="0"/>
              <a:t>PDF</a:t>
            </a:r>
            <a:r>
              <a:rPr lang="zh-CN" altLang="en-US" sz="1200" dirty="0"/>
              <a:t>中的表格处理，</a:t>
            </a:r>
            <a:r>
              <a:rPr lang="en-US" altLang="zh-CN" sz="1200" dirty="0" err="1"/>
              <a:t>RAGFlow</a:t>
            </a:r>
            <a:r>
              <a:rPr lang="zh-CN" altLang="en-US" sz="1200" dirty="0"/>
              <a:t>实现了多项专门优化：</a:t>
            </a:r>
          </a:p>
          <a:p>
            <a:r>
              <a:rPr lang="zh-CN" altLang="en-US" sz="1200" b="1" dirty="0"/>
              <a:t>        表格检测与提取</a:t>
            </a:r>
            <a:r>
              <a:rPr lang="zh-CN" altLang="en-US" sz="1200" dirty="0"/>
              <a:t>：系统首先通过布局识别模型检测表格区域，然后使用专门的表格结构识别器进行精细化处理 </a:t>
            </a:r>
            <a:endParaRPr lang="en-US" altLang="zh-CN" sz="1200" dirty="0"/>
          </a:p>
          <a:p>
            <a:r>
              <a:rPr lang="zh-CN" altLang="en-US" sz="1200" b="1" dirty="0"/>
              <a:t>        智能表格重建算法</a:t>
            </a:r>
            <a:r>
              <a:rPr lang="zh-CN" altLang="en-US" sz="1200" dirty="0"/>
              <a:t>：实现了复杂的表格重建逻辑，包括：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行列对齐优化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单行单列异常值处理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跨页表格合并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表头识别和层次化处理 </a:t>
            </a:r>
          </a:p>
          <a:p>
            <a:r>
              <a:rPr lang="zh-CN" altLang="en-US" sz="1200" b="1" dirty="0"/>
              <a:t>        表格输出格式优化</a:t>
            </a:r>
            <a:r>
              <a:rPr lang="zh-CN" altLang="en-US" sz="1200" dirty="0"/>
              <a:t>：支持</a:t>
            </a:r>
            <a:r>
              <a:rPr lang="en-US" altLang="zh-CN" sz="1200" dirty="0"/>
              <a:t>HTML</a:t>
            </a:r>
            <a:r>
              <a:rPr lang="zh-CN" altLang="en-US" sz="1200" dirty="0"/>
              <a:t>和描述性文本两种输出格式，针对不同场景需求进行优化 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b="1" dirty="0"/>
              <a:t>3. Excel</a:t>
            </a:r>
            <a:r>
              <a:rPr lang="zh-CN" altLang="en-US" sz="1200" b="1" dirty="0"/>
              <a:t>文件专门处理</a:t>
            </a:r>
          </a:p>
          <a:p>
            <a:r>
              <a:rPr lang="zh-CN" altLang="en-US" sz="1200" dirty="0"/>
              <a:t>对于</a:t>
            </a:r>
            <a:r>
              <a:rPr lang="en-US" altLang="zh-CN" sz="1200" dirty="0"/>
              <a:t>Excel</a:t>
            </a:r>
            <a:r>
              <a:rPr lang="zh-CN" altLang="en-US" sz="1200" dirty="0"/>
              <a:t>文件，</a:t>
            </a:r>
            <a:r>
              <a:rPr lang="en-US" altLang="zh-CN" sz="1200" dirty="0" err="1"/>
              <a:t>RAGFlow</a:t>
            </a:r>
            <a:r>
              <a:rPr lang="zh-CN" altLang="en-US" sz="1200" dirty="0"/>
              <a:t>实现了专门的解析器：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支持</a:t>
            </a:r>
            <a:r>
              <a:rPr lang="en-US" altLang="zh-CN" sz="1200" dirty="0"/>
              <a:t>xlsx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xls</a:t>
            </a:r>
            <a:r>
              <a:rPr lang="zh-CN" altLang="en-US" sz="1200" dirty="0"/>
              <a:t>、</a:t>
            </a:r>
            <a:r>
              <a:rPr lang="en-US" altLang="zh-CN" sz="1200" dirty="0"/>
              <a:t>csv</a:t>
            </a:r>
            <a:r>
              <a:rPr lang="zh-CN" altLang="en-US" sz="1200" dirty="0"/>
              <a:t>多种格式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智能编码检测和格式转换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多</a:t>
            </a:r>
            <a:r>
              <a:rPr lang="en-US" altLang="zh-CN" sz="1200" dirty="0"/>
              <a:t>sheet</a:t>
            </a:r>
            <a:r>
              <a:rPr lang="zh-CN" altLang="en-US" sz="1200" dirty="0"/>
              <a:t>处理能力</a:t>
            </a:r>
          </a:p>
          <a:p>
            <a:pPr lvl="1"/>
            <a:r>
              <a:rPr lang="en-US" altLang="zh-CN" sz="1200" dirty="0"/>
              <a:t>- </a:t>
            </a:r>
            <a:r>
              <a:rPr lang="zh-CN" altLang="en-US" sz="1200" dirty="0"/>
              <a:t>大表格智能分块策略</a:t>
            </a:r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A1DC1F34-070E-E09E-43BD-13232E10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1775"/>
            <a:ext cx="8130151" cy="507262"/>
          </a:xfrm>
        </p:spPr>
        <p:txBody>
          <a:bodyPr/>
          <a:lstStyle/>
          <a:p>
            <a:r>
              <a:rPr lang="en-GB" dirty="0"/>
              <a:t>                                    </a:t>
            </a:r>
            <a:r>
              <a:rPr lang="en-US" dirty="0" err="1"/>
              <a:t>R</a:t>
            </a:r>
            <a:r>
              <a:rPr lang="en-US" altLang="zh-CN" dirty="0" err="1"/>
              <a:t>agflow</a:t>
            </a:r>
            <a:r>
              <a:rPr lang="zh-CN" altLang="en-US" dirty="0"/>
              <a:t>的文档解析核心架构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6318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A0F8-0BC6-025A-F4FD-A41BCE36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99CA7-8F03-DB06-08D8-2BDD60D0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91841-D3AB-108C-F358-454215BA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6F599-ED06-9F2E-0840-827A1341FDCF}"/>
              </a:ext>
            </a:extLst>
          </p:cNvPr>
          <p:cNvSpPr txBox="1"/>
          <p:nvPr/>
        </p:nvSpPr>
        <p:spPr>
          <a:xfrm>
            <a:off x="2707426" y="1052230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512E6628-4FAE-9789-3E26-16789BA5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37" y="173821"/>
            <a:ext cx="5383369" cy="507262"/>
          </a:xfrm>
        </p:spPr>
        <p:txBody>
          <a:bodyPr/>
          <a:lstStyle/>
          <a:p>
            <a:r>
              <a:rPr lang="en-GB" dirty="0"/>
              <a:t>                   </a:t>
            </a:r>
            <a:r>
              <a:rPr lang="en-US" dirty="0" err="1"/>
              <a:t>R</a:t>
            </a:r>
            <a:r>
              <a:rPr lang="en-US" altLang="zh-CN" dirty="0" err="1"/>
              <a:t>agflow</a:t>
            </a:r>
            <a:r>
              <a:rPr lang="zh-CN" altLang="en-US" dirty="0"/>
              <a:t>的文档解析核心架构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49BBA1-15E9-29D5-30C2-C775DD280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402" y="0"/>
            <a:ext cx="35052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A8A1918-CBD0-3864-8F8F-0ADDC1272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76" y="1658897"/>
            <a:ext cx="5125188" cy="295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0720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C753-F635-47CB-95A1-3D620814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BC6D0-CA04-A1D9-54B9-A12E9D82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8035-9848-84E5-6AC5-42F27C5C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C1175-49C6-592C-9C91-83E2FFA4129D}"/>
              </a:ext>
            </a:extLst>
          </p:cNvPr>
          <p:cNvSpPr txBox="1"/>
          <p:nvPr/>
        </p:nvSpPr>
        <p:spPr>
          <a:xfrm>
            <a:off x="175364" y="820455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289E9143-BBA6-5461-2ECB-5E4E1D49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161" y="173822"/>
            <a:ext cx="5383369" cy="507262"/>
          </a:xfrm>
        </p:spPr>
        <p:txBody>
          <a:bodyPr/>
          <a:lstStyle/>
          <a:p>
            <a:r>
              <a:rPr lang="en-GB"/>
              <a:t>                   </a:t>
            </a:r>
            <a:r>
              <a:rPr lang="en-US"/>
              <a:t>D</a:t>
            </a:r>
            <a:r>
              <a:rPr lang="en-US" altLang="zh-CN"/>
              <a:t>ify</a:t>
            </a:r>
            <a:r>
              <a:rPr lang="zh-CN" altLang="en-US" dirty="0"/>
              <a:t>的文档解析流程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71DF0-AF11-F524-FBAD-5F3C966EE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793" y="1058448"/>
            <a:ext cx="5948671" cy="3616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FBB5D-53BF-E1FE-4E44-B99384E2FE7E}"/>
              </a:ext>
            </a:extLst>
          </p:cNvPr>
          <p:cNvSpPr txBox="1"/>
          <p:nvPr/>
        </p:nvSpPr>
        <p:spPr>
          <a:xfrm>
            <a:off x="175363" y="681084"/>
            <a:ext cx="2938429" cy="4337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300" dirty="0" err="1"/>
              <a:t>Dify</a:t>
            </a:r>
            <a:r>
              <a:rPr lang="zh-CN" altLang="en-US" sz="1300" dirty="0"/>
              <a:t>采用了</a:t>
            </a:r>
            <a:r>
              <a:rPr lang="en-US" sz="1300" dirty="0" err="1"/>
              <a:t>ETL（Extract-Transform-Load</a:t>
            </a:r>
            <a:r>
              <a:rPr lang="en-US" sz="1300" dirty="0"/>
              <a:t>）</a:t>
            </a:r>
            <a:r>
              <a:rPr lang="zh-CN" altLang="en-US" sz="1300" dirty="0"/>
              <a:t>模式进行文档处理，整个处理流程包括文档提取、内容转换和索引加载三个阶段。</a:t>
            </a:r>
            <a:endParaRPr lang="en-US" sz="1300" b="1" dirty="0"/>
          </a:p>
          <a:p>
            <a:endParaRPr lang="en-US" sz="1100" b="1" dirty="0"/>
          </a:p>
          <a:p>
            <a:r>
              <a:rPr lang="en-US" sz="1100" b="1" dirty="0"/>
              <a:t>1. Document Upload（</a:t>
            </a:r>
            <a:r>
              <a:rPr lang="zh-CN" altLang="en-US" sz="1100" b="1" dirty="0"/>
              <a:t>文档上传）</a:t>
            </a:r>
          </a:p>
          <a:p>
            <a:r>
              <a:rPr lang="zh-CN" altLang="en-US" sz="1100" dirty="0"/>
              <a:t>    这是流程的起点，用户通过</a:t>
            </a:r>
            <a:r>
              <a:rPr lang="en-US" sz="1100" dirty="0"/>
              <a:t>API</a:t>
            </a:r>
            <a:r>
              <a:rPr lang="zh-CN" altLang="en-US" sz="1100" dirty="0"/>
              <a:t>上传文档</a:t>
            </a:r>
          </a:p>
          <a:p>
            <a:r>
              <a:rPr lang="zh-CN" altLang="en-US" sz="1100" dirty="0"/>
              <a:t>支持的文档类型包括：上传文件、</a:t>
            </a:r>
            <a:r>
              <a:rPr lang="en-US" sz="1100" dirty="0"/>
              <a:t>Notion</a:t>
            </a:r>
            <a:r>
              <a:rPr lang="zh-CN" altLang="en-US" sz="1100" dirty="0"/>
              <a:t>导入、网站爬取等文档信息存储在</a:t>
            </a:r>
            <a:r>
              <a:rPr lang="en-US" sz="1200" dirty="0" err="1"/>
              <a:t>DatasetDocument</a:t>
            </a:r>
            <a:r>
              <a:rPr lang="zh-CN" altLang="en-US" sz="1100" dirty="0"/>
              <a:t>表中；</a:t>
            </a:r>
            <a:endParaRPr lang="en-US" altLang="zh-CN" sz="1100" dirty="0"/>
          </a:p>
          <a:p>
            <a:endParaRPr lang="zh-CN" altLang="en-US" sz="1100" dirty="0"/>
          </a:p>
          <a:p>
            <a:r>
              <a:rPr lang="en-US" altLang="zh-CN" sz="1100" b="1" dirty="0"/>
              <a:t>2. </a:t>
            </a:r>
            <a:r>
              <a:rPr lang="en-US" sz="1100" b="1" dirty="0" err="1"/>
              <a:t>IndexingRunner.run</a:t>
            </a:r>
            <a:r>
              <a:rPr lang="en-US" sz="1100" b="1" dirty="0"/>
              <a:t>()（</a:t>
            </a:r>
            <a:r>
              <a:rPr lang="zh-CN" altLang="en-US" sz="1100" b="1" dirty="0"/>
              <a:t>索引运行器主方法）</a:t>
            </a:r>
          </a:p>
          <a:p>
            <a:endParaRPr lang="en-US" sz="1100" b="1" dirty="0"/>
          </a:p>
          <a:p>
            <a:r>
              <a:rPr lang="en-US" sz="1100" b="1" dirty="0"/>
              <a:t>3. _extract()（</a:t>
            </a:r>
            <a:r>
              <a:rPr lang="zh-CN" altLang="en-US" sz="1100" b="1" dirty="0"/>
              <a:t>提取阶段）</a:t>
            </a:r>
          </a:p>
          <a:p>
            <a:r>
              <a:rPr lang="zh-CN" altLang="en-US" sz="1100" b="1" dirty="0"/>
              <a:t>并行处理的三个子流程：</a:t>
            </a:r>
            <a:endParaRPr lang="en-US" altLang="zh-CN" sz="1100" b="1" dirty="0"/>
          </a:p>
          <a:p>
            <a:r>
              <a:rPr lang="en-US" altLang="zh-CN" sz="1100" b="1" dirty="0"/>
              <a:t>   3.1 _</a:t>
            </a:r>
            <a:r>
              <a:rPr lang="en-US" sz="1100" b="1" dirty="0"/>
              <a:t>transform()（</a:t>
            </a:r>
            <a:r>
              <a:rPr lang="zh-CN" altLang="en-US" sz="1100" b="1" dirty="0"/>
              <a:t>转换阶段）</a:t>
            </a:r>
            <a:endParaRPr lang="en-US" altLang="zh-CN" sz="1100" b="1" dirty="0"/>
          </a:p>
          <a:p>
            <a:r>
              <a:rPr lang="en-US" sz="1100" b="1" dirty="0"/>
              <a:t>   3.2 Text Extraction（</a:t>
            </a:r>
            <a:r>
              <a:rPr lang="zh-CN" altLang="en-US" sz="1100" b="1" dirty="0"/>
              <a:t>文本提取）</a:t>
            </a:r>
          </a:p>
          <a:p>
            <a:r>
              <a:rPr lang="zh-CN" altLang="en-US" sz="1100" dirty="0"/>
              <a:t>从原始文档中提取纯文本内容处理不同格式的文档（</a:t>
            </a:r>
            <a:r>
              <a:rPr lang="en-US" sz="1100" dirty="0" err="1"/>
              <a:t>PDF、Word、Excel</a:t>
            </a:r>
            <a:r>
              <a:rPr lang="zh-CN" altLang="en-US" sz="1100" dirty="0"/>
              <a:t>等）提取元数据信息；</a:t>
            </a:r>
          </a:p>
          <a:p>
            <a:r>
              <a:rPr lang="en-US" altLang="zh-CN" sz="1100" b="1" dirty="0"/>
              <a:t>    3.3 </a:t>
            </a:r>
            <a:r>
              <a:rPr lang="en-US" sz="1100" b="1" dirty="0"/>
              <a:t>Metadata Parsing（</a:t>
            </a:r>
            <a:r>
              <a:rPr lang="zh-CN" altLang="en-US" sz="1100" b="1" dirty="0"/>
              <a:t>元数据解析）</a:t>
            </a:r>
          </a:p>
          <a:p>
            <a:r>
              <a:rPr lang="zh-CN" altLang="en-US" sz="1100" dirty="0"/>
              <a:t>解析文档的结构化信息提取标题、作者、创建时间等元数据为后续索引提供上下文信息；</a:t>
            </a:r>
          </a:p>
          <a:p>
            <a:endParaRPr lang="zh-CN" altLang="en-US" sz="1100" b="1" dirty="0"/>
          </a:p>
          <a:p>
            <a:pPr algn="l"/>
            <a:endParaRPr lang="en-US" sz="1100" dirty="0" err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5DD12-C939-2695-0634-85D703999085}"/>
              </a:ext>
            </a:extLst>
          </p:cNvPr>
          <p:cNvSpPr/>
          <p:nvPr/>
        </p:nvSpPr>
        <p:spPr>
          <a:xfrm>
            <a:off x="4252586" y="1102290"/>
            <a:ext cx="4809878" cy="2480154"/>
          </a:xfrm>
          <a:prstGeom prst="rect">
            <a:avLst/>
          </a:prstGeom>
          <a:noFill/>
          <a:ln w="28575">
            <a:solidFill>
              <a:srgbClr val="F942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71194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62EB-ABC2-EE42-6EBC-1A6009B0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F0153-ED5A-046B-6CFE-7E048C53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FFAFD-239A-B242-291A-12C9CCD4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B1492-790A-716E-F46F-F03E10F173B1}"/>
              </a:ext>
            </a:extLst>
          </p:cNvPr>
          <p:cNvSpPr txBox="1"/>
          <p:nvPr/>
        </p:nvSpPr>
        <p:spPr>
          <a:xfrm>
            <a:off x="175364" y="820455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25AF90CC-AFFA-B766-A2D0-96814C4C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13" y="173822"/>
            <a:ext cx="5383369" cy="507262"/>
          </a:xfrm>
        </p:spPr>
        <p:txBody>
          <a:bodyPr/>
          <a:lstStyle/>
          <a:p>
            <a:r>
              <a:rPr lang="en-GB"/>
              <a:t>                   </a:t>
            </a:r>
            <a:r>
              <a:rPr lang="en-US"/>
              <a:t>D</a:t>
            </a:r>
            <a:r>
              <a:rPr lang="en-US" altLang="zh-CN"/>
              <a:t>ify</a:t>
            </a:r>
            <a:r>
              <a:rPr lang="zh-CN" altLang="en-US" dirty="0"/>
              <a:t>的文档解析流程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D2FE3-44BB-3F5A-9879-A500DA6253D6}"/>
              </a:ext>
            </a:extLst>
          </p:cNvPr>
          <p:cNvSpPr txBox="1"/>
          <p:nvPr/>
        </p:nvSpPr>
        <p:spPr>
          <a:xfrm>
            <a:off x="175363" y="681084"/>
            <a:ext cx="7678456" cy="4337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b="1" dirty="0"/>
              <a:t>4. _transform()</a:t>
            </a:r>
            <a:r>
              <a:rPr lang="zh-CN" altLang="en-US" sz="1400" b="1" dirty="0"/>
              <a:t>的四个并行子流程：</a:t>
            </a:r>
          </a:p>
          <a:p>
            <a:r>
              <a:rPr lang="en-US" altLang="zh-CN" sz="1400" b="1" dirty="0"/>
              <a:t>    </a:t>
            </a:r>
            <a:r>
              <a:rPr lang="en-US" altLang="zh-CN" sz="1100" b="1" dirty="0"/>
              <a:t>4.1</a:t>
            </a:r>
            <a:r>
              <a:rPr lang="en-US" altLang="zh-CN" sz="1400" b="1" dirty="0"/>
              <a:t> _</a:t>
            </a:r>
            <a:r>
              <a:rPr lang="en-US" sz="1400" b="1" dirty="0" err="1"/>
              <a:t>load_segments</a:t>
            </a:r>
            <a:r>
              <a:rPr lang="en-US" sz="1400" b="1" dirty="0"/>
              <a:t>()（</a:t>
            </a:r>
            <a:r>
              <a:rPr lang="zh-CN" altLang="en-US" sz="1400" b="1" dirty="0"/>
              <a:t>加载分段）</a:t>
            </a:r>
          </a:p>
          <a:p>
            <a:r>
              <a:rPr lang="en-US" sz="1100" b="1" dirty="0"/>
              <a:t>     4.2 Text Cleaning（</a:t>
            </a:r>
            <a:r>
              <a:rPr lang="zh-CN" altLang="en-US" sz="1100" b="1" dirty="0"/>
              <a:t>文本清理）</a:t>
            </a:r>
          </a:p>
          <a:p>
            <a:r>
              <a:rPr lang="zh-CN" altLang="en-US" sz="1100" dirty="0"/>
              <a:t>             使用</a:t>
            </a:r>
            <a:r>
              <a:rPr lang="en-US" sz="1200" dirty="0" err="1"/>
              <a:t>CleanProcessor</a:t>
            </a:r>
            <a:r>
              <a:rPr lang="zh-CN" altLang="en-US" sz="1100" dirty="0"/>
              <a:t>清理特殊字符，移除多余空格和无效内容，标准化文本格式</a:t>
            </a:r>
          </a:p>
          <a:p>
            <a:r>
              <a:rPr lang="en-US" altLang="zh-CN" sz="1100" b="1" dirty="0"/>
              <a:t>     4.3 </a:t>
            </a:r>
            <a:r>
              <a:rPr lang="en-US" sz="1100" b="1" dirty="0"/>
              <a:t>Document Chunking（</a:t>
            </a:r>
            <a:r>
              <a:rPr lang="zh-CN" altLang="en-US" sz="1100" b="1" dirty="0"/>
              <a:t>文档分块）</a:t>
            </a:r>
          </a:p>
          <a:p>
            <a:r>
              <a:rPr lang="zh-CN" altLang="en-US" sz="1100" dirty="0"/>
              <a:t>            根据配置的规则将文档分割成小块，支持不同的分块策略（段落、句子、固定长度等），设置分块重叠以保持上下文</a:t>
            </a:r>
          </a:p>
          <a:p>
            <a:r>
              <a:rPr lang="en-US" altLang="zh-CN" sz="1100" b="1" dirty="0"/>
              <a:t>     4.4 </a:t>
            </a:r>
            <a:r>
              <a:rPr lang="en-US" sz="1100" b="1" dirty="0"/>
              <a:t>Hash Generation（</a:t>
            </a:r>
            <a:r>
              <a:rPr lang="zh-CN" altLang="en-US" sz="1100" b="1" dirty="0"/>
              <a:t>哈希生成）</a:t>
            </a:r>
          </a:p>
          <a:p>
            <a:r>
              <a:rPr lang="zh-CN" altLang="en-US" sz="1100" dirty="0"/>
              <a:t>           为每个文档块生成唯一哈希值，用于去重和版本控制，支持增量更新</a:t>
            </a:r>
            <a:endParaRPr lang="en-US" altLang="zh-CN" sz="1100" dirty="0"/>
          </a:p>
          <a:p>
            <a:endParaRPr lang="zh-CN" altLang="en-US" sz="1100" dirty="0"/>
          </a:p>
          <a:p>
            <a:r>
              <a:rPr lang="en-US" altLang="zh-CN" sz="1400" b="1" dirty="0"/>
              <a:t>5. _</a:t>
            </a:r>
            <a:r>
              <a:rPr lang="en-US" sz="1400" b="1" dirty="0" err="1"/>
              <a:t>load_segments</a:t>
            </a:r>
            <a:r>
              <a:rPr lang="en-US" sz="1400" b="1" dirty="0"/>
              <a:t>()</a:t>
            </a:r>
            <a:r>
              <a:rPr lang="zh-CN" altLang="en-US" sz="1400" b="1" dirty="0"/>
              <a:t>的三个并行子流程：</a:t>
            </a:r>
          </a:p>
          <a:p>
            <a:r>
              <a:rPr lang="en-US" altLang="zh-CN" sz="1100" b="1" dirty="0"/>
              <a:t>      5.1 _</a:t>
            </a:r>
            <a:r>
              <a:rPr lang="en-US" sz="1100" b="1" dirty="0"/>
              <a:t>load()（</a:t>
            </a:r>
            <a:r>
              <a:rPr lang="zh-CN" altLang="en-US" sz="1100" b="1" dirty="0"/>
              <a:t>加载阶段）</a:t>
            </a:r>
          </a:p>
          <a:p>
            <a:r>
              <a:rPr lang="en-US" altLang="zh-CN" sz="1100" b="1" dirty="0"/>
              <a:t>      5.2 </a:t>
            </a:r>
            <a:r>
              <a:rPr lang="en-US" altLang="zh-CN" sz="1100" b="1" dirty="0" err="1"/>
              <a:t>DocumentSegment</a:t>
            </a:r>
            <a:r>
              <a:rPr lang="en-US" altLang="zh-CN" sz="1100" b="1" dirty="0"/>
              <a:t> Creation</a:t>
            </a:r>
            <a:r>
              <a:rPr lang="zh-CN" altLang="en-US" sz="1100" b="1" dirty="0"/>
              <a:t>（文档段创建）</a:t>
            </a:r>
          </a:p>
          <a:p>
            <a:r>
              <a:rPr lang="zh-CN" altLang="en-US" sz="1100" dirty="0"/>
              <a:t>              在数据库中创建</a:t>
            </a:r>
            <a:r>
              <a:rPr lang="en-US" altLang="zh-CN" sz="1200" dirty="0" err="1"/>
              <a:t>DocumentSegment</a:t>
            </a:r>
            <a:r>
              <a:rPr lang="zh-CN" altLang="en-US" sz="1100" dirty="0"/>
              <a:t>记录，存储文档块的内容和元数据，设置状态为</a:t>
            </a:r>
            <a:r>
              <a:rPr lang="en-US" altLang="zh-CN" sz="1100" dirty="0"/>
              <a:t>"indexing"</a:t>
            </a:r>
          </a:p>
          <a:p>
            <a:r>
              <a:rPr lang="en-US" altLang="zh-CN" sz="1100" b="1" dirty="0"/>
              <a:t>      5.3 Database Storage</a:t>
            </a:r>
            <a:r>
              <a:rPr lang="zh-CN" altLang="en-US" sz="1100" b="1" dirty="0"/>
              <a:t>（数据库存储）</a:t>
            </a:r>
          </a:p>
          <a:p>
            <a:r>
              <a:rPr lang="zh-CN" altLang="en-US" sz="1100" dirty="0"/>
              <a:t>             将处理后的文档段存储到数据库，更新文档状态和进度信息，记录处理时间和统计信息</a:t>
            </a:r>
            <a:endParaRPr lang="en-US" altLang="zh-CN" sz="1100" dirty="0"/>
          </a:p>
          <a:p>
            <a:endParaRPr lang="zh-CN" altLang="en-US" sz="1100" dirty="0"/>
          </a:p>
          <a:p>
            <a:r>
              <a:rPr lang="en-US" altLang="zh-CN" sz="1400" b="1" dirty="0"/>
              <a:t>6. _load()</a:t>
            </a:r>
            <a:r>
              <a:rPr lang="zh-CN" altLang="en-US" sz="1400" b="1" dirty="0"/>
              <a:t>的两个最终索引流程：</a:t>
            </a:r>
          </a:p>
          <a:p>
            <a:r>
              <a:rPr lang="en-US" altLang="zh-CN" sz="1100" b="1" dirty="0"/>
              <a:t>       6.1 Vector Indexing (</a:t>
            </a:r>
            <a:r>
              <a:rPr lang="en-US" altLang="zh-CN" sz="1100" b="1" dirty="0" err="1"/>
              <a:t>high_quality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（向量索引</a:t>
            </a:r>
            <a:r>
              <a:rPr lang="en-US" altLang="zh-CN" sz="1100" b="1" dirty="0"/>
              <a:t>-</a:t>
            </a:r>
            <a:r>
              <a:rPr lang="zh-CN" altLang="en-US" sz="1100" b="1" dirty="0"/>
              <a:t>高质量）</a:t>
            </a:r>
            <a:endParaRPr lang="en-US" altLang="zh-CN" sz="1100" b="1" dirty="0"/>
          </a:p>
          <a:p>
            <a:r>
              <a:rPr lang="zh-CN" altLang="en-US" sz="1100" dirty="0"/>
              <a:t>              使用嵌入模型生成向量表示，支持多种向量数据库（</a:t>
            </a:r>
            <a:r>
              <a:rPr lang="en-US" sz="1100" dirty="0" err="1"/>
              <a:t>Qdrant、Elasticsearch</a:t>
            </a:r>
            <a:r>
              <a:rPr lang="zh-CN" altLang="en-US" sz="1100" dirty="0"/>
              <a:t>等），提供语义搜索能力</a:t>
            </a:r>
          </a:p>
          <a:p>
            <a:r>
              <a:rPr lang="en-US" altLang="zh-CN" sz="1100" b="1" dirty="0"/>
              <a:t>       6.2 </a:t>
            </a:r>
            <a:r>
              <a:rPr lang="en-US" sz="1100" b="1" dirty="0"/>
              <a:t>Keyword Indexing (economy)（</a:t>
            </a:r>
            <a:r>
              <a:rPr lang="zh-CN" altLang="en-US" sz="1100" b="1" dirty="0"/>
              <a:t>关键词索引</a:t>
            </a:r>
            <a:r>
              <a:rPr lang="en-US" altLang="zh-CN" sz="1100" b="1" dirty="0"/>
              <a:t>-</a:t>
            </a:r>
            <a:r>
              <a:rPr lang="zh-CN" altLang="en-US" sz="1100" b="1" dirty="0"/>
              <a:t>经济型）</a:t>
            </a:r>
            <a:endParaRPr lang="en-US" altLang="zh-CN" sz="1100" b="1" dirty="0"/>
          </a:p>
          <a:p>
            <a:r>
              <a:rPr lang="zh-CN" altLang="en-US" sz="1100" dirty="0"/>
              <a:t>              使用</a:t>
            </a:r>
            <a:r>
              <a:rPr lang="en-US" altLang="zh-CN" sz="1100" dirty="0" err="1"/>
              <a:t>jieba</a:t>
            </a:r>
            <a:r>
              <a:rPr lang="zh-CN" altLang="en-US" sz="1100" dirty="0"/>
              <a:t>等分词工具提取关键词，创建关键词倒排索引，提供精确匹配搜索能力</a:t>
            </a:r>
          </a:p>
          <a:p>
            <a:pPr algn="l"/>
            <a:endParaRPr lang="en-US" sz="1100" dirty="0" err="1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09337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A093-8705-93E2-7C97-C1769638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7EDDF-079C-0D6D-5291-3C0FA5CD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1D5B3-3E24-B961-A085-BE2DA188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E17DB3B7-D504-937A-39D0-76CE491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13" y="173822"/>
            <a:ext cx="5383369" cy="507262"/>
          </a:xfrm>
        </p:spPr>
        <p:txBody>
          <a:bodyPr/>
          <a:lstStyle/>
          <a:p>
            <a:r>
              <a:rPr lang="en-GB"/>
              <a:t>                   </a:t>
            </a:r>
            <a:r>
              <a:rPr lang="en-US"/>
              <a:t>D</a:t>
            </a:r>
            <a:r>
              <a:rPr lang="en-US" altLang="zh-CN"/>
              <a:t>ify</a:t>
            </a:r>
            <a:r>
              <a:rPr lang="zh-CN" altLang="en-US" dirty="0"/>
              <a:t>的文档解析核心架构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1486E-A425-7D9D-06E7-F09CEFA2715A}"/>
              </a:ext>
            </a:extLst>
          </p:cNvPr>
          <p:cNvSpPr txBox="1"/>
          <p:nvPr/>
        </p:nvSpPr>
        <p:spPr>
          <a:xfrm>
            <a:off x="288096" y="607512"/>
            <a:ext cx="7678456" cy="4125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100" dirty="0"/>
              <a:t>Excel</a:t>
            </a:r>
            <a:r>
              <a:rPr lang="zh-CN" altLang="en-US" sz="1100" dirty="0"/>
              <a:t>文件的特殊优化</a:t>
            </a:r>
          </a:p>
          <a:p>
            <a:pPr algn="l"/>
            <a:r>
              <a:rPr lang="en-US" sz="1100" dirty="0" err="1"/>
              <a:t>Dify</a:t>
            </a:r>
            <a:r>
              <a:rPr lang="zh-CN" altLang="en-US" sz="1100" dirty="0"/>
              <a:t>对</a:t>
            </a:r>
            <a:r>
              <a:rPr lang="en-US" sz="1100" dirty="0"/>
              <a:t>Excel</a:t>
            </a:r>
            <a:r>
              <a:rPr lang="zh-CN" altLang="en-US" sz="1100" dirty="0"/>
              <a:t>文件进行了专门的优化处理：</a:t>
            </a:r>
          </a:p>
          <a:p>
            <a:pPr algn="l"/>
            <a:endParaRPr lang="zh-CN" altLang="en-US" sz="1100" dirty="0"/>
          </a:p>
          <a:p>
            <a:pPr algn="l"/>
            <a:r>
              <a:rPr lang="en-US" altLang="zh-CN" sz="1100" b="1" dirty="0"/>
              <a:t>1. </a:t>
            </a:r>
            <a:r>
              <a:rPr lang="zh-CN" altLang="en-US" sz="1100" b="1" dirty="0"/>
              <a:t>多格式支持</a:t>
            </a:r>
          </a:p>
          <a:p>
            <a:pPr algn="l"/>
            <a:r>
              <a:rPr lang="zh-CN" altLang="en-US" sz="1100" dirty="0"/>
              <a:t>    系统支持</a:t>
            </a:r>
            <a:r>
              <a:rPr lang="en-US" altLang="zh-CN" sz="1100" dirty="0"/>
              <a:t>.</a:t>
            </a:r>
            <a:r>
              <a:rPr lang="en-US" sz="1100" dirty="0"/>
              <a:t>xlsx</a:t>
            </a:r>
            <a:r>
              <a:rPr lang="zh-CN" altLang="en-US" sz="1100" dirty="0"/>
              <a:t>和</a:t>
            </a:r>
            <a:r>
              <a:rPr lang="en-US" altLang="zh-CN" sz="1100" dirty="0"/>
              <a:t>.</a:t>
            </a:r>
            <a:r>
              <a:rPr lang="en-US" sz="1100" dirty="0" err="1"/>
              <a:t>xls</a:t>
            </a:r>
            <a:r>
              <a:rPr lang="zh-CN" altLang="en-US" sz="1100" dirty="0"/>
              <a:t>两种</a:t>
            </a:r>
            <a:r>
              <a:rPr lang="en-US" sz="1100" dirty="0"/>
              <a:t>Excel</a:t>
            </a:r>
            <a:r>
              <a:rPr lang="zh-CN" altLang="en-US" sz="1100" dirty="0"/>
              <a:t>格式，使用不同的处理引擎。</a:t>
            </a:r>
            <a:endParaRPr lang="en-US" altLang="zh-CN" sz="1100" dirty="0"/>
          </a:p>
          <a:p>
            <a:pPr algn="l"/>
            <a:endParaRPr lang="en-US" sz="1100" dirty="0"/>
          </a:p>
          <a:p>
            <a:pPr algn="l"/>
            <a:r>
              <a:rPr lang="en-US" sz="1100" b="1" dirty="0"/>
              <a:t>2. </a:t>
            </a:r>
            <a:r>
              <a:rPr lang="zh-CN" altLang="en-US" sz="1100" b="1" dirty="0"/>
              <a:t>表格结构保持</a:t>
            </a:r>
          </a:p>
          <a:p>
            <a:pPr algn="l"/>
            <a:r>
              <a:rPr lang="en-US" sz="1100" dirty="0"/>
              <a:t>     Excel</a:t>
            </a:r>
            <a:r>
              <a:rPr lang="zh-CN" altLang="en-US" sz="1100" dirty="0"/>
              <a:t>处理器会保持原始表格的结构，将每行数据转换为</a:t>
            </a:r>
            <a:endParaRPr lang="en-US" altLang="zh-CN" sz="1100" dirty="0"/>
          </a:p>
          <a:p>
            <a:pPr algn="l"/>
            <a:r>
              <a:rPr lang="en-US" altLang="zh-CN" sz="1100" dirty="0"/>
              <a:t>     </a:t>
            </a:r>
            <a:r>
              <a:rPr lang="zh-CN" altLang="en-US" sz="1100" dirty="0"/>
              <a:t>键值对，并且支持超链接的处理。</a:t>
            </a:r>
          </a:p>
          <a:p>
            <a:pPr algn="l"/>
            <a:endParaRPr lang="zh-CN" altLang="en-US" sz="1100" dirty="0"/>
          </a:p>
          <a:p>
            <a:pPr algn="l"/>
            <a:r>
              <a:rPr lang="en-US" altLang="zh-CN" sz="1100" b="1" dirty="0"/>
              <a:t>3. </a:t>
            </a:r>
            <a:r>
              <a:rPr lang="zh-CN" altLang="en-US" sz="1100" b="1" dirty="0"/>
              <a:t>多工作表处理</a:t>
            </a:r>
          </a:p>
          <a:p>
            <a:pPr algn="l"/>
            <a:r>
              <a:rPr lang="zh-CN" altLang="en-US" sz="1100" dirty="0"/>
              <a:t>    系统能够处理</a:t>
            </a:r>
            <a:r>
              <a:rPr lang="en-US" sz="1100" dirty="0"/>
              <a:t>Excel</a:t>
            </a:r>
            <a:r>
              <a:rPr lang="zh-CN" altLang="en-US" sz="1100" dirty="0"/>
              <a:t>文件中的多个工作表，逐个解析每个</a:t>
            </a:r>
            <a:endParaRPr lang="en-US" altLang="zh-CN" sz="1100" dirty="0"/>
          </a:p>
          <a:p>
            <a:pPr algn="l"/>
            <a:r>
              <a:rPr lang="en-US" sz="1100" dirty="0"/>
              <a:t>    sheet。</a:t>
            </a:r>
          </a:p>
          <a:p>
            <a:pPr algn="l"/>
            <a:endParaRPr lang="en-US" sz="1100" dirty="0"/>
          </a:p>
          <a:p>
            <a:pPr algn="l"/>
            <a:r>
              <a:rPr lang="en-US" sz="1100" b="1" dirty="0"/>
              <a:t>4. Markdown</a:t>
            </a:r>
            <a:r>
              <a:rPr lang="zh-CN" altLang="en-US" sz="1100" b="1" dirty="0"/>
              <a:t>表格转换</a:t>
            </a:r>
          </a:p>
          <a:p>
            <a:pPr algn="l"/>
            <a:r>
              <a:rPr lang="zh-CN" altLang="en-US" sz="1100" dirty="0"/>
              <a:t>     在工作流节点中，</a:t>
            </a:r>
            <a:r>
              <a:rPr lang="en-US" sz="1100" dirty="0"/>
              <a:t>Excel</a:t>
            </a:r>
            <a:r>
              <a:rPr lang="zh-CN" altLang="en-US" sz="1100" dirty="0"/>
              <a:t>文件会被转换为</a:t>
            </a:r>
            <a:r>
              <a:rPr lang="en-US" sz="1100" dirty="0"/>
              <a:t>Markdown</a:t>
            </a:r>
            <a:r>
              <a:rPr lang="zh-CN" altLang="en-US" sz="1100" dirty="0"/>
              <a:t>表格格式，便于后续的索引和检索</a:t>
            </a:r>
            <a:r>
              <a:rPr lang="en-US" sz="1100" dirty="0"/>
              <a:t>。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r>
              <a:rPr lang="en-US" sz="1100" b="1" dirty="0"/>
              <a:t>PDF</a:t>
            </a:r>
            <a:r>
              <a:rPr lang="zh-CN" altLang="en-US" sz="1100" b="1" dirty="0"/>
              <a:t>文件处理技术</a:t>
            </a:r>
          </a:p>
          <a:p>
            <a:pPr algn="l"/>
            <a:r>
              <a:rPr lang="en-US" altLang="zh-CN" sz="1100" b="1" dirty="0"/>
              <a:t>1. </a:t>
            </a:r>
            <a:r>
              <a:rPr lang="zh-CN" altLang="en-US" sz="1100" b="1" dirty="0"/>
              <a:t>基础</a:t>
            </a:r>
            <a:r>
              <a:rPr lang="en-US" sz="1100" b="1" dirty="0"/>
              <a:t>PDF</a:t>
            </a:r>
            <a:r>
              <a:rPr lang="zh-CN" altLang="en-US" sz="1100" b="1" dirty="0"/>
              <a:t>处理</a:t>
            </a:r>
          </a:p>
          <a:p>
            <a:pPr algn="l"/>
            <a:r>
              <a:rPr lang="en-US" sz="1100" dirty="0"/>
              <a:t>    </a:t>
            </a:r>
            <a:r>
              <a:rPr lang="en-US" sz="1100" dirty="0" err="1"/>
              <a:t>Dify</a:t>
            </a:r>
            <a:r>
              <a:rPr lang="zh-CN" altLang="en-US" sz="1100" dirty="0"/>
              <a:t>使用</a:t>
            </a:r>
            <a:r>
              <a:rPr lang="en-US" sz="1100" dirty="0"/>
              <a:t>pypdfium2</a:t>
            </a:r>
            <a:r>
              <a:rPr lang="zh-CN" altLang="en-US" sz="1100" dirty="0"/>
              <a:t>库进行</a:t>
            </a:r>
            <a:r>
              <a:rPr lang="en-US" sz="1100" dirty="0"/>
              <a:t>PDF</a:t>
            </a:r>
            <a:r>
              <a:rPr lang="zh-CN" altLang="en-US" sz="1100" dirty="0"/>
              <a:t>文本提取</a:t>
            </a:r>
            <a:r>
              <a:rPr lang="en-US" sz="1100" dirty="0"/>
              <a:t>，</a:t>
            </a:r>
            <a:r>
              <a:rPr lang="zh-CN" altLang="en-US" sz="1100" dirty="0"/>
              <a:t>支持按页面提取和缓存机制。</a:t>
            </a:r>
          </a:p>
          <a:p>
            <a:pPr algn="l"/>
            <a:endParaRPr lang="zh-CN" altLang="en-US" sz="1100" dirty="0"/>
          </a:p>
          <a:p>
            <a:pPr algn="l"/>
            <a:r>
              <a:rPr lang="en-US" altLang="zh-CN" sz="1100" b="1" dirty="0"/>
              <a:t>2. </a:t>
            </a:r>
            <a:r>
              <a:rPr lang="zh-CN" altLang="en-US" sz="1100" b="1" dirty="0"/>
              <a:t>高级表格提取</a:t>
            </a:r>
          </a:p>
          <a:p>
            <a:pPr algn="l"/>
            <a:r>
              <a:rPr lang="zh-CN" altLang="en-US" sz="1100" dirty="0"/>
              <a:t>    为了更好地处理</a:t>
            </a:r>
            <a:r>
              <a:rPr lang="en-US" sz="1100" dirty="0"/>
              <a:t>PDF</a:t>
            </a:r>
            <a:r>
              <a:rPr lang="zh-CN" altLang="en-US" sz="1100" dirty="0"/>
              <a:t>中的表格，</a:t>
            </a:r>
            <a:r>
              <a:rPr lang="en-US" sz="1100" dirty="0" err="1"/>
              <a:t>Dify</a:t>
            </a:r>
            <a:r>
              <a:rPr lang="zh-CN" altLang="en-US" sz="1100" dirty="0"/>
              <a:t>集成了</a:t>
            </a:r>
            <a:r>
              <a:rPr lang="en-US" sz="1100" dirty="0"/>
              <a:t>Unstructured.io API。</a:t>
            </a:r>
            <a:r>
              <a:rPr lang="zh-CN" altLang="en-US" sz="1100" dirty="0"/>
              <a:t>当</a:t>
            </a:r>
            <a:r>
              <a:rPr lang="en-US" sz="1100" dirty="0"/>
              <a:t>ETL_TYPE</a:t>
            </a:r>
            <a:r>
              <a:rPr lang="zh-CN" altLang="en-US" sz="1100" dirty="0"/>
              <a:t>设置为</a:t>
            </a:r>
            <a:r>
              <a:rPr lang="en-US" altLang="zh-CN" sz="1100" dirty="0"/>
              <a:t>"</a:t>
            </a:r>
            <a:r>
              <a:rPr lang="en-US" sz="1100" dirty="0"/>
              <a:t>Unstructured"</a:t>
            </a:r>
            <a:r>
              <a:rPr lang="zh-CN" altLang="en-US" sz="1100" dirty="0"/>
              <a:t>时，系统会使用更先进的表格识别和提取技术。</a:t>
            </a:r>
            <a:endParaRPr lang="en-US" sz="1100" dirty="0"/>
          </a:p>
          <a:p>
            <a:pPr algn="l"/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50638-AE62-2CAB-1E64-25F9F67A3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235" y="764087"/>
            <a:ext cx="4791765" cy="203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3748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E9E5-CEFD-6B88-BBDF-98D8ACF6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34221-56E8-A4C9-66B9-F044D596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739AC-D41D-37AF-EA8F-6082BAF3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49A29273-C7EF-4351-FF2C-30DF45AA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13" y="173822"/>
            <a:ext cx="5383369" cy="507262"/>
          </a:xfrm>
        </p:spPr>
        <p:txBody>
          <a:bodyPr/>
          <a:lstStyle/>
          <a:p>
            <a:r>
              <a:rPr lang="en-GB"/>
              <a:t>                   </a:t>
            </a:r>
            <a:r>
              <a:rPr lang="en-US"/>
              <a:t>D</a:t>
            </a:r>
            <a:r>
              <a:rPr lang="en-US" altLang="zh-CN"/>
              <a:t>ify</a:t>
            </a:r>
            <a:r>
              <a:rPr lang="zh-CN" altLang="en-US" dirty="0"/>
              <a:t>的文档解析核心架构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3E01F-F226-1D81-1291-993468E8AE31}"/>
              </a:ext>
            </a:extLst>
          </p:cNvPr>
          <p:cNvSpPr txBox="1"/>
          <p:nvPr/>
        </p:nvSpPr>
        <p:spPr>
          <a:xfrm>
            <a:off x="294746" y="1070976"/>
            <a:ext cx="7678456" cy="38184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100" dirty="0"/>
              <a:t>多种</a:t>
            </a:r>
            <a:r>
              <a:rPr lang="en-US" sz="1100" dirty="0"/>
              <a:t>ETL</a:t>
            </a:r>
            <a:r>
              <a:rPr lang="zh-CN" altLang="en-US" sz="1100" dirty="0"/>
              <a:t>处理模式</a:t>
            </a:r>
          </a:p>
          <a:p>
            <a:pPr algn="l"/>
            <a:r>
              <a:rPr lang="en-US" sz="1100" b="1" dirty="0" err="1"/>
              <a:t>Dify</a:t>
            </a:r>
            <a:r>
              <a:rPr lang="zh-CN" altLang="en-US" sz="1100" b="1" dirty="0"/>
              <a:t>支持两种</a:t>
            </a:r>
            <a:r>
              <a:rPr lang="en-US" sz="1100" b="1" dirty="0"/>
              <a:t>ETL</a:t>
            </a:r>
            <a:r>
              <a:rPr lang="zh-CN" altLang="en-US" sz="1100" b="1" dirty="0"/>
              <a:t>处理模式 </a:t>
            </a:r>
            <a:r>
              <a:rPr lang="en-US" sz="1100" b="1" dirty="0"/>
              <a:t>：</a:t>
            </a:r>
          </a:p>
          <a:p>
            <a:pPr algn="l"/>
            <a:endParaRPr lang="en-US" sz="1100" dirty="0"/>
          </a:p>
          <a:p>
            <a:pPr algn="l"/>
            <a:r>
              <a:rPr lang="en-US" sz="1100" b="1" dirty="0"/>
              <a:t>1. </a:t>
            </a:r>
            <a:r>
              <a:rPr lang="zh-CN" altLang="en-US" sz="1100" b="1" dirty="0"/>
              <a:t>原生模式（</a:t>
            </a:r>
            <a:r>
              <a:rPr lang="en-US" sz="1100" b="1" dirty="0" err="1"/>
              <a:t>dify</a:t>
            </a:r>
            <a:r>
              <a:rPr lang="en-US" sz="1100" b="1" dirty="0"/>
              <a:t>）</a:t>
            </a:r>
          </a:p>
          <a:p>
            <a:pPr algn="l"/>
            <a:r>
              <a:rPr lang="zh-CN" altLang="en-US" sz="1100" dirty="0"/>
              <a:t>    使用</a:t>
            </a:r>
            <a:r>
              <a:rPr lang="en-US" sz="1100" dirty="0" err="1"/>
              <a:t>Dify</a:t>
            </a:r>
            <a:r>
              <a:rPr lang="zh-CN" altLang="en-US" sz="1100" dirty="0"/>
              <a:t>自研的文档处理器，适合一般的文档处理需求。</a:t>
            </a:r>
          </a:p>
          <a:p>
            <a:pPr algn="l"/>
            <a:endParaRPr lang="zh-CN" altLang="en-US" sz="1100" dirty="0"/>
          </a:p>
          <a:p>
            <a:pPr algn="l"/>
            <a:r>
              <a:rPr lang="en-US" altLang="zh-CN" sz="1100" b="1" dirty="0"/>
              <a:t>2. </a:t>
            </a:r>
            <a:r>
              <a:rPr lang="en-US" sz="1100" b="1" dirty="0"/>
              <a:t>Unstructured</a:t>
            </a:r>
            <a:r>
              <a:rPr lang="zh-CN" altLang="en-US" sz="1100" b="1" dirty="0"/>
              <a:t>模式</a:t>
            </a:r>
          </a:p>
          <a:p>
            <a:pPr algn="l"/>
            <a:r>
              <a:rPr lang="zh-CN" altLang="en-US" sz="1100" dirty="0"/>
              <a:t>    集成</a:t>
            </a:r>
            <a:r>
              <a:rPr lang="en-US" sz="1100" dirty="0"/>
              <a:t>Unstructured.io</a:t>
            </a:r>
            <a:r>
              <a:rPr lang="zh-CN" altLang="en-US" sz="1100" dirty="0"/>
              <a:t>的专业文档处理能力，特别适合复杂表格、布局复杂的</a:t>
            </a:r>
            <a:r>
              <a:rPr lang="en-US" sz="1100" dirty="0"/>
              <a:t>PDF</a:t>
            </a:r>
            <a:r>
              <a:rPr lang="zh-CN" altLang="en-US" sz="1100" dirty="0"/>
              <a:t>等场景</a:t>
            </a:r>
            <a:r>
              <a:rPr lang="en-US" sz="1100" dirty="0"/>
              <a:t>。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r>
              <a:rPr lang="zh-CN" altLang="en-US" sz="1100" dirty="0"/>
              <a:t>文档清理和预处理技术</a:t>
            </a:r>
          </a:p>
          <a:p>
            <a:pPr algn="l"/>
            <a:r>
              <a:rPr lang="en-US" altLang="zh-CN" sz="1100" b="1" dirty="0"/>
              <a:t>1. </a:t>
            </a:r>
            <a:r>
              <a:rPr lang="zh-CN" altLang="en-US" sz="1100" b="1" dirty="0"/>
              <a:t>智能清理</a:t>
            </a:r>
          </a:p>
          <a:p>
            <a:pPr algn="l"/>
            <a:r>
              <a:rPr lang="zh-CN" altLang="en-US" sz="1100" dirty="0"/>
              <a:t>    系统包含专门的文档清理处理器，可以去除无效字符、多余空格，以及</a:t>
            </a:r>
            <a:r>
              <a:rPr lang="en-US" altLang="zh-CN" sz="1100" dirty="0"/>
              <a:t>URL</a:t>
            </a:r>
            <a:r>
              <a:rPr lang="zh-CN" altLang="en-US" sz="1100" dirty="0"/>
              <a:t>和邮箱地址。</a:t>
            </a:r>
          </a:p>
          <a:p>
            <a:pPr algn="l"/>
            <a:endParaRPr lang="zh-CN" altLang="en-US" sz="1100" dirty="0"/>
          </a:p>
          <a:p>
            <a:pPr algn="l"/>
            <a:r>
              <a:rPr lang="en-US" altLang="zh-CN" sz="1100" b="1" dirty="0"/>
              <a:t>2. </a:t>
            </a:r>
            <a:r>
              <a:rPr lang="zh-CN" altLang="en-US" sz="1100" b="1" dirty="0"/>
              <a:t>预处理规则</a:t>
            </a:r>
          </a:p>
          <a:p>
            <a:pPr algn="l"/>
            <a:r>
              <a:rPr lang="zh-CN" altLang="en-US" sz="1100" dirty="0"/>
              <a:t>    支持自定义的预处理规则，包括去除多余空格和去除</a:t>
            </a:r>
            <a:r>
              <a:rPr lang="en-US" altLang="zh-CN" sz="1100" dirty="0"/>
              <a:t>URL</a:t>
            </a:r>
            <a:r>
              <a:rPr lang="zh-CN" altLang="en-US" sz="1100" dirty="0"/>
              <a:t>邮箱等选项。</a:t>
            </a:r>
            <a:endParaRPr lang="en-US" sz="110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5794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5026-0077-0E6C-C8CE-4FD2A246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622F7-F5F3-8F79-2FE7-5689DB1F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FB6E3-FD8A-0466-D932-C03E0D01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A9997-7EB5-EC93-9B79-E4515A90E187}"/>
              </a:ext>
            </a:extLst>
          </p:cNvPr>
          <p:cNvSpPr txBox="1"/>
          <p:nvPr/>
        </p:nvSpPr>
        <p:spPr>
          <a:xfrm>
            <a:off x="175364" y="820455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D5E55D78-4BF2-3660-A2EB-73B31BED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523" y="165498"/>
            <a:ext cx="4846161" cy="507262"/>
          </a:xfrm>
        </p:spPr>
        <p:txBody>
          <a:bodyPr/>
          <a:lstStyle/>
          <a:p>
            <a:r>
              <a:rPr lang="en-GB" dirty="0"/>
              <a:t>                  </a:t>
            </a:r>
            <a:r>
              <a:rPr lang="zh-CN" altLang="en-US" dirty="0"/>
              <a:t>开源工具对比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76F132-B2D8-BA73-7688-AC7D3DE76EAD}"/>
              </a:ext>
            </a:extLst>
          </p:cNvPr>
          <p:cNvSpPr txBox="1"/>
          <p:nvPr/>
        </p:nvSpPr>
        <p:spPr>
          <a:xfrm>
            <a:off x="560922" y="525065"/>
            <a:ext cx="7678456" cy="43643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33DE7-A844-DC99-9860-4104B122F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15" y="604678"/>
            <a:ext cx="6707090" cy="1057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B99E8C-9A5A-2F08-64F9-0EB9AB472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15" y="1741598"/>
            <a:ext cx="4201834" cy="2870937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77341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4534-6717-E4C0-EF58-D654426B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3A6C-03F9-2D84-AF2F-E6D07432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56634-B0FB-DC21-57A8-5863EFC1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153A2-C0B0-1F58-4E30-49AFAF9B1FE5}"/>
              </a:ext>
            </a:extLst>
          </p:cNvPr>
          <p:cNvSpPr txBox="1"/>
          <p:nvPr/>
        </p:nvSpPr>
        <p:spPr>
          <a:xfrm>
            <a:off x="175364" y="820455"/>
            <a:ext cx="8673890" cy="40689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1100" dirty="0" err="1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A3555245-6BFA-D339-3A34-B41DC802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523" y="165498"/>
            <a:ext cx="4846161" cy="507262"/>
          </a:xfrm>
        </p:spPr>
        <p:txBody>
          <a:bodyPr/>
          <a:lstStyle/>
          <a:p>
            <a:r>
              <a:rPr lang="en-GB" dirty="0"/>
              <a:t>                  </a:t>
            </a:r>
            <a:r>
              <a:rPr lang="zh-CN" altLang="en-US" dirty="0"/>
              <a:t>开源工具总结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FBA03-5200-BA1B-55E4-BA6E55DFB7C2}"/>
              </a:ext>
            </a:extLst>
          </p:cNvPr>
          <p:cNvSpPr txBox="1"/>
          <p:nvPr/>
        </p:nvSpPr>
        <p:spPr>
          <a:xfrm>
            <a:off x="560922" y="525065"/>
            <a:ext cx="7678456" cy="43643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5C3BE7-3F46-4223-3E26-6FBC6425B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74" y="719465"/>
            <a:ext cx="6521262" cy="3747761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66620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7EF4-3783-D94A-F2F9-032421F8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D420-72C7-6BAE-B406-17010E6F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4A3B-280F-42ED-388F-A5EE7783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D1B83B2C-95ED-2C79-AB77-9492FBF8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523" y="165498"/>
            <a:ext cx="4846161" cy="507262"/>
          </a:xfrm>
        </p:spPr>
        <p:txBody>
          <a:bodyPr/>
          <a:lstStyle/>
          <a:p>
            <a:r>
              <a:rPr lang="en-GB" dirty="0"/>
              <a:t>                  </a:t>
            </a:r>
            <a:r>
              <a:rPr lang="zh-CN" altLang="en-US" dirty="0"/>
              <a:t>开源工具证书</a:t>
            </a:r>
            <a:endParaRPr lang="en-GB" dirty="0"/>
          </a:p>
        </p:txBody>
      </p:sp>
      <p:sp>
        <p:nvSpPr>
          <p:cNvPr id="9" name="ComponentBackground1">
            <a:extLst>
              <a:ext uri="{FF2B5EF4-FFF2-40B4-BE49-F238E27FC236}">
                <a16:creationId xmlns:a16="http://schemas.microsoft.com/office/drawing/2014/main" id="{9EEEEF41-7473-D2D8-C72F-CEC5BA2F5C83}"/>
              </a:ext>
            </a:extLst>
          </p:cNvPr>
          <p:cNvSpPr>
            <a:spLocks/>
          </p:cNvSpPr>
          <p:nvPr/>
        </p:nvSpPr>
        <p:spPr>
          <a:xfrm>
            <a:off x="1480554" y="1348208"/>
            <a:ext cx="3017256" cy="2084182"/>
          </a:xfrm>
          <a:prstGeom prst="rect">
            <a:avLst/>
          </a:prstGeom>
          <a:solidFill>
            <a:schemeClr val="tx1">
              <a:alpha val="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0" name="Shape1">
            <a:extLst>
              <a:ext uri="{FF2B5EF4-FFF2-40B4-BE49-F238E27FC236}">
                <a16:creationId xmlns:a16="http://schemas.microsoft.com/office/drawing/2014/main" id="{2445DB4F-4A3E-0E2A-D22A-298FDE538E78}"/>
              </a:ext>
            </a:extLst>
          </p:cNvPr>
          <p:cNvSpPr/>
          <p:nvPr/>
        </p:nvSpPr>
        <p:spPr>
          <a:xfrm>
            <a:off x="1480554" y="1348206"/>
            <a:ext cx="3017256" cy="55133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 anchorCtr="0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ComponentBackground2">
            <a:extLst>
              <a:ext uri="{FF2B5EF4-FFF2-40B4-BE49-F238E27FC236}">
                <a16:creationId xmlns:a16="http://schemas.microsoft.com/office/drawing/2014/main" id="{040E88F6-B189-60FF-12AC-141E07D32FA5}"/>
              </a:ext>
            </a:extLst>
          </p:cNvPr>
          <p:cNvSpPr>
            <a:spLocks/>
          </p:cNvSpPr>
          <p:nvPr/>
        </p:nvSpPr>
        <p:spPr>
          <a:xfrm>
            <a:off x="4646191" y="1348208"/>
            <a:ext cx="3017256" cy="2084182"/>
          </a:xfrm>
          <a:prstGeom prst="rect">
            <a:avLst/>
          </a:prstGeom>
          <a:solidFill>
            <a:schemeClr val="tx1">
              <a:alpha val="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2" name="Shape2">
            <a:extLst>
              <a:ext uri="{FF2B5EF4-FFF2-40B4-BE49-F238E27FC236}">
                <a16:creationId xmlns:a16="http://schemas.microsoft.com/office/drawing/2014/main" id="{9FFF0F9E-8151-B51A-9D57-F59DC4849C3E}"/>
              </a:ext>
            </a:extLst>
          </p:cNvPr>
          <p:cNvSpPr/>
          <p:nvPr/>
        </p:nvSpPr>
        <p:spPr>
          <a:xfrm>
            <a:off x="4646191" y="1348206"/>
            <a:ext cx="3017256" cy="55133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anchor="ctr" anchorCtr="0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zh-CN" altLang="en-US" sz="2400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3" name="Bullet1">
            <a:extLst>
              <a:ext uri="{FF2B5EF4-FFF2-40B4-BE49-F238E27FC236}">
                <a16:creationId xmlns:a16="http://schemas.microsoft.com/office/drawing/2014/main" id="{61F6A271-B7F9-4871-38CB-F83F0E5AD482}"/>
              </a:ext>
            </a:extLst>
          </p:cNvPr>
          <p:cNvSpPr>
            <a:spLocks/>
          </p:cNvSpPr>
          <p:nvPr/>
        </p:nvSpPr>
        <p:spPr>
          <a:xfrm>
            <a:off x="1480553" y="1523922"/>
            <a:ext cx="2812139" cy="5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dirty="0">
                <a:solidFill>
                  <a:schemeClr val="tx1"/>
                </a:solidFill>
                <a:cs typeface="+mn-ea"/>
                <a:sym typeface="+mn-lt"/>
              </a:rPr>
              <a:t>Ragflow许可证</a:t>
            </a:r>
            <a:endParaRPr lang="en-US" dirty="0"/>
          </a:p>
        </p:txBody>
      </p:sp>
      <p:sp>
        <p:nvSpPr>
          <p:cNvPr id="14" name="Text1">
            <a:extLst>
              <a:ext uri="{FF2B5EF4-FFF2-40B4-BE49-F238E27FC236}">
                <a16:creationId xmlns:a16="http://schemas.microsoft.com/office/drawing/2014/main" id="{FC6B6939-266B-BEAF-A850-8D772A29F052}"/>
              </a:ext>
            </a:extLst>
          </p:cNvPr>
          <p:cNvSpPr>
            <a:spLocks/>
          </p:cNvSpPr>
          <p:nvPr/>
        </p:nvSpPr>
        <p:spPr>
          <a:xfrm>
            <a:off x="1480553" y="2027693"/>
            <a:ext cx="2812139" cy="1284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Apache 2.0协议，支持商业使用，社区活跃，文档完善</a:t>
            </a:r>
            <a:endParaRPr 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3238F582-0BD0-6796-ECD8-B5EF4DE94AFD}"/>
              </a:ext>
            </a:extLst>
          </p:cNvPr>
          <p:cNvSpPr>
            <a:spLocks/>
          </p:cNvSpPr>
          <p:nvPr/>
        </p:nvSpPr>
        <p:spPr>
          <a:xfrm>
            <a:off x="4646190" y="1523922"/>
            <a:ext cx="2812139" cy="5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dirty="0">
                <a:solidFill>
                  <a:schemeClr val="tx1"/>
                </a:solidFill>
                <a:cs typeface="+mn-ea"/>
                <a:sym typeface="+mn-lt"/>
              </a:rPr>
              <a:t>Dify许可证</a:t>
            </a:r>
            <a:endParaRPr lang="en-US" dirty="0"/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30D7E44C-41EF-1E29-F3DF-CB0416965212}"/>
              </a:ext>
            </a:extLst>
          </p:cNvPr>
          <p:cNvSpPr>
            <a:spLocks/>
          </p:cNvSpPr>
          <p:nvPr/>
        </p:nvSpPr>
        <p:spPr>
          <a:xfrm>
            <a:off x="4646190" y="2027693"/>
            <a:ext cx="2812139" cy="1284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1200" dirty="0" err="1">
                <a:solidFill>
                  <a:schemeClr val="tx1"/>
                </a:solidFill>
                <a:cs typeface="+mn-ea"/>
                <a:sym typeface="+mn-lt"/>
              </a:rPr>
              <a:t>Apache 2.0修改版，限制多租户服务与前端修改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55224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A6FA-AD35-A9FA-9F70-13E71479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A9F1A-BD35-8048-FEA3-F7F637B6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ACCE-F5A2-AC42-55C0-91F5F35E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E0615E9B-2C49-9ABA-9849-6545CF349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523" y="165498"/>
            <a:ext cx="4846161" cy="507262"/>
          </a:xfrm>
        </p:spPr>
        <p:txBody>
          <a:bodyPr/>
          <a:lstStyle/>
          <a:p>
            <a:r>
              <a:rPr lang="en-GB" dirty="0"/>
              <a:t>                  </a:t>
            </a:r>
            <a:r>
              <a:rPr lang="zh-CN" altLang="en-US" dirty="0"/>
              <a:t>开源工具</a:t>
            </a:r>
            <a:r>
              <a:rPr lang="en-US" altLang="zh-CN" dirty="0" err="1"/>
              <a:t>Dify</a:t>
            </a:r>
            <a:r>
              <a:rPr lang="zh-CN" altLang="en-US" dirty="0"/>
              <a:t>效果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1BC5B-9C1E-C020-B6DB-1C43F0A16EF3}"/>
              </a:ext>
            </a:extLst>
          </p:cNvPr>
          <p:cNvSpPr txBox="1"/>
          <p:nvPr/>
        </p:nvSpPr>
        <p:spPr>
          <a:xfrm>
            <a:off x="535496" y="492409"/>
            <a:ext cx="8143140" cy="46510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D3BB8F-44DC-4148-54F7-7E24564DD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036" y="492409"/>
            <a:ext cx="6013732" cy="438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C6AD761-2303-BA4D-30B1-447DE3802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0" y="492409"/>
            <a:ext cx="2975416" cy="438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8800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F856-CB18-8430-2802-2B12C726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96B78-4AD2-34F7-BAF1-4AC05D27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621" y="4889414"/>
            <a:ext cx="513396" cy="129382"/>
          </a:xfrm>
        </p:spPr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08FDD-AE22-F12C-67D0-69F29AB3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687" y="4889414"/>
            <a:ext cx="316567" cy="129382"/>
          </a:xfrm>
        </p:spPr>
        <p:txBody>
          <a:bodyPr/>
          <a:lstStyle/>
          <a:p>
            <a:fld id="{61E25E67-CBB9-434B-BBF7-0A5E970272B8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A1C070CE-CBB9-E310-9520-13E739C2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523" y="165498"/>
            <a:ext cx="4846161" cy="507262"/>
          </a:xfrm>
        </p:spPr>
        <p:txBody>
          <a:bodyPr/>
          <a:lstStyle/>
          <a:p>
            <a:r>
              <a:rPr lang="en-GB" dirty="0"/>
              <a:t>                  </a:t>
            </a:r>
            <a:r>
              <a:rPr lang="zh-CN" altLang="en-US" dirty="0"/>
              <a:t>开源工具效果对比</a:t>
            </a:r>
            <a:endParaRPr lang="en-GB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BAA1E0C-A0EF-ECD8-1A1B-A863221D2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46" y="488552"/>
            <a:ext cx="3204104" cy="44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2A5ABB-40AC-641A-7D66-C02B704C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3" y="488553"/>
            <a:ext cx="5576887" cy="465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94993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DAE82F-10AC-43F1-BDFF-AF3D2C143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32723A-33BB-4444-9CFE-7EA163348F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B1B80B-8F25-450F-811C-0D414DFA89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25357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"/>
</p:tagLst>
</file>

<file path=ppt/theme/theme1.xml><?xml version="1.0" encoding="utf-8"?>
<a:theme xmlns:a="http://schemas.openxmlformats.org/drawingml/2006/main" name="Tietoevry">
  <a:themeElements>
    <a:clrScheme name="Titeto Every 220420">
      <a:dk1>
        <a:sysClr val="windowText" lastClr="000000"/>
      </a:dk1>
      <a:lt1>
        <a:sysClr val="window" lastClr="FFFFFF"/>
      </a:lt1>
      <a:dk2>
        <a:srgbClr val="F9423A"/>
      </a:dk2>
      <a:lt2>
        <a:srgbClr val="26D07C"/>
      </a:lt2>
      <a:accent1>
        <a:srgbClr val="280071"/>
      </a:accent1>
      <a:accent2>
        <a:srgbClr val="B1B5CE"/>
      </a:accent2>
      <a:accent3>
        <a:srgbClr val="E0E1EB"/>
      </a:accent3>
      <a:accent4>
        <a:srgbClr val="F7EAE4"/>
      </a:accent4>
      <a:accent5>
        <a:srgbClr val="EACBBB"/>
      </a:accent5>
      <a:accent6>
        <a:srgbClr val="6E6259"/>
      </a:accent6>
      <a:hlink>
        <a:srgbClr val="000000"/>
      </a:hlink>
      <a:folHlink>
        <a:srgbClr val="000000"/>
      </a:folHlink>
    </a:clrScheme>
    <a:fontScheme name="TietoEvry 2023">
      <a:majorFont>
        <a:latin typeface="Tietoevry Sans 1 Light"/>
        <a:ea typeface=""/>
        <a:cs typeface=""/>
      </a:majorFont>
      <a:minorFont>
        <a:latin typeface="Tietoevry Sans 1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100"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100" dirty="0" err="1" smtClean="0"/>
        </a:defPPr>
      </a:lstStyle>
    </a:txDef>
  </a:objectDefaults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Tietoevry_101123" id="{E5600E7E-768D-4793-A3AB-48CAEE9AE71E}" vid="{EA77E28B-1186-478F-A83E-94954F9913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emplafyFormConfiguration><![CDATA[{"formFields":[],"formDataEntries":[]}]]></Templafy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C34016242F74A8703056798E1EE2F" ma:contentTypeVersion="12" ma:contentTypeDescription="Create a new document." ma:contentTypeScope="" ma:versionID="ec74a76bf24a116910abf3a3631c67b5">
  <xsd:schema xmlns:xsd="http://www.w3.org/2001/XMLSchema" xmlns:xs="http://www.w3.org/2001/XMLSchema" xmlns:p="http://schemas.microsoft.com/office/2006/metadata/properties" xmlns:ns2="aa948d4e-4224-4c7a-8608-898c51e78912" xmlns:ns3="30815c24-6ea2-4348-8d1f-484b64b931dc" targetNamespace="http://schemas.microsoft.com/office/2006/metadata/properties" ma:root="true" ma:fieldsID="c47a45be83ca317815e02cc1c0afafca" ns2:_="" ns3:_="">
    <xsd:import namespace="aa948d4e-4224-4c7a-8608-898c51e78912"/>
    <xsd:import namespace="30815c24-6ea2-4348-8d1f-484b64b931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948d4e-4224-4c7a-8608-898c51e789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9b5fb31-6e74-4bbd-a1b2-5ea6ef8e25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15c24-6ea2-4348-8d1f-484b64b931d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b644b5e-3328-48e3-ba5d-a1ac948837a9}" ma:internalName="TaxCatchAll" ma:showField="CatchAllData" ma:web="30815c24-6ea2-4348-8d1f-484b64b931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TemplateConfiguration><![CDATA[{"elementsMetadata":[],"transformationConfigurations":[],"templateName":"Tietoevry_151123","templateDescription":"","enableDocumentContentUpdater":false,"version":"2.0"}]]></TemplafyTemplate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948d4e-4224-4c7a-8608-898c51e78912">
      <Terms xmlns="http://schemas.microsoft.com/office/infopath/2007/PartnerControls"/>
    </lcf76f155ced4ddcb4097134ff3c332f>
    <TaxCatchAll xmlns="30815c24-6ea2-4348-8d1f-484b64b931dc" xsi:nil="true"/>
  </documentManagement>
</p:properties>
</file>

<file path=customXml/item6.xml><?xml version="1.0" encoding="utf-8"?>
<TemplafySlideTemplateConfiguration><![CDATA[{"slideVersion":1,"isValidatorEnabled":false,"isLocked":false,"elementsMetadata":[],"slideId":"638357225506103431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30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slideVersion":1,"isValidatorEnabled":false,"isLocked":false,"elementsMetadata":[],"slideId":"638357225506719911","enableDocumentContentUpdater":false,"version":"2.0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1,"isValidatorEnabled":false,"isLocked":false,"elementsMetadata":[],"slideId":"638357225506745783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512F8985-F2F9-4268-B15E-91F99E730A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0A48F9-E99E-4DD3-BCF0-C383B2EA940A}">
  <ds:schemaRefs/>
</ds:datastoreItem>
</file>

<file path=customXml/itemProps3.xml><?xml version="1.0" encoding="utf-8"?>
<ds:datastoreItem xmlns:ds="http://schemas.openxmlformats.org/officeDocument/2006/customXml" ds:itemID="{CC0C2E8B-2627-4098-9E12-1D2B8EE4F7DD}"/>
</file>

<file path=customXml/itemProps4.xml><?xml version="1.0" encoding="utf-8"?>
<ds:datastoreItem xmlns:ds="http://schemas.openxmlformats.org/officeDocument/2006/customXml" ds:itemID="{EBC05588-44AF-493C-8EF4-0BACAC058714}">
  <ds:schemaRefs/>
</ds:datastoreItem>
</file>

<file path=customXml/itemProps5.xml><?xml version="1.0" encoding="utf-8"?>
<ds:datastoreItem xmlns:ds="http://schemas.openxmlformats.org/officeDocument/2006/customXml" ds:itemID="{B1F4D158-A45F-4243-86B0-9AFBE0B367A0}">
  <ds:schemaRefs>
    <ds:schemaRef ds:uri="http://purl.org/dc/elements/1.1/"/>
    <ds:schemaRef ds:uri="http://schemas.openxmlformats.org/package/2006/metadata/core-properties"/>
    <ds:schemaRef ds:uri="http://www.w3.org/XML/1998/namespace"/>
    <ds:schemaRef ds:uri="aa948d4e-4224-4c7a-8608-898c51e78912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</ds:schemaRefs>
</ds:datastoreItem>
</file>

<file path=customXml/itemProps6.xml><?xml version="1.0" encoding="utf-8"?>
<ds:datastoreItem xmlns:ds="http://schemas.openxmlformats.org/officeDocument/2006/customXml" ds:itemID="{4666DF28-7E35-4B3C-8C3B-20B831E2B6B2}">
  <ds:schemaRefs/>
</ds:datastoreItem>
</file>

<file path=customXml/itemProps7.xml><?xml version="1.0" encoding="utf-8"?>
<ds:datastoreItem xmlns:ds="http://schemas.openxmlformats.org/officeDocument/2006/customXml" ds:itemID="{8373C369-66DD-4A58-8EE5-49A850025D35}">
  <ds:schemaRefs/>
</ds:datastoreItem>
</file>

<file path=customXml/itemProps8.xml><?xml version="1.0" encoding="utf-8"?>
<ds:datastoreItem xmlns:ds="http://schemas.openxmlformats.org/officeDocument/2006/customXml" ds:itemID="{CEA8D6F9-79CA-4180-AA7D-C0B7DAE671B9}">
  <ds:schemaRefs/>
</ds:datastoreItem>
</file>

<file path=customXml/itemProps9.xml><?xml version="1.0" encoding="utf-8"?>
<ds:datastoreItem xmlns:ds="http://schemas.openxmlformats.org/officeDocument/2006/customXml" ds:itemID="{EC845B0F-450E-4046-8E08-5C3A93FF38CB}">
  <ds:schemaRefs/>
</ds:datastoreItem>
</file>

<file path=customXml/itemProps10.xml><?xml version="1.0" encoding="utf-8"?>
<ds:datastoreItem xmlns:ds="http://schemas.openxmlformats.org/officeDocument/2006/customXml" ds:itemID="{1EF27127-2047-4E97-B465-BD23B6507AF6}">
  <ds:schemaRefs/>
</ds:datastoreItem>
</file>

<file path=customXml/itemProps11.xml><?xml version="1.0" encoding="utf-8"?>
<ds:datastoreItem xmlns:ds="http://schemas.openxmlformats.org/officeDocument/2006/customXml" ds:itemID="{4B6712A6-833A-4A27-A2E8-83B7A43D7256}">
  <ds:schemaRefs/>
</ds:datastoreItem>
</file>

<file path=customXml/itemProps12.xml><?xml version="1.0" encoding="utf-8"?>
<ds:datastoreItem xmlns:ds="http://schemas.openxmlformats.org/officeDocument/2006/customXml" ds:itemID="{08F3826D-D5F7-4495-89AB-1BE783DBB435}">
  <ds:schemaRefs/>
</ds:datastoreItem>
</file>

<file path=customXml/itemProps13.xml><?xml version="1.0" encoding="utf-8"?>
<ds:datastoreItem xmlns:ds="http://schemas.openxmlformats.org/officeDocument/2006/customXml" ds:itemID="{E2E5483B-5C7A-49D9-9A6A-96F696B1192C}">
  <ds:schemaRefs/>
</ds:datastoreItem>
</file>

<file path=customXml/itemProps14.xml><?xml version="1.0" encoding="utf-8"?>
<ds:datastoreItem xmlns:ds="http://schemas.openxmlformats.org/officeDocument/2006/customXml" ds:itemID="{2461A099-DFEF-4413-927A-C680CE7BAD13}">
  <ds:schemaRefs/>
</ds:datastoreItem>
</file>

<file path=customXml/itemProps15.xml><?xml version="1.0" encoding="utf-8"?>
<ds:datastoreItem xmlns:ds="http://schemas.openxmlformats.org/officeDocument/2006/customXml" ds:itemID="{E307FD42-392B-4CBD-A740-C383B3ADD546}">
  <ds:schemaRefs/>
</ds:datastoreItem>
</file>

<file path=customXml/itemProps16.xml><?xml version="1.0" encoding="utf-8"?>
<ds:datastoreItem xmlns:ds="http://schemas.openxmlformats.org/officeDocument/2006/customXml" ds:itemID="{E4731787-1B75-437A-B451-898440F940A9}">
  <ds:schemaRefs/>
</ds:datastoreItem>
</file>

<file path=customXml/itemProps17.xml><?xml version="1.0" encoding="utf-8"?>
<ds:datastoreItem xmlns:ds="http://schemas.openxmlformats.org/officeDocument/2006/customXml" ds:itemID="{AD4C157F-7FA7-4538-BDA1-C464C68D0FAB}">
  <ds:schemaRefs/>
</ds:datastoreItem>
</file>

<file path=customXml/itemProps18.xml><?xml version="1.0" encoding="utf-8"?>
<ds:datastoreItem xmlns:ds="http://schemas.openxmlformats.org/officeDocument/2006/customXml" ds:itemID="{FEC1CA39-712C-47AE-83A4-6AB26F960C10}">
  <ds:schemaRefs/>
</ds:datastoreItem>
</file>

<file path=customXml/itemProps19.xml><?xml version="1.0" encoding="utf-8"?>
<ds:datastoreItem xmlns:ds="http://schemas.openxmlformats.org/officeDocument/2006/customXml" ds:itemID="{1F025643-7364-4DFF-AB09-30833B60211E}">
  <ds:schemaRefs/>
</ds:datastoreItem>
</file>

<file path=customXml/itemProps20.xml><?xml version="1.0" encoding="utf-8"?>
<ds:datastoreItem xmlns:ds="http://schemas.openxmlformats.org/officeDocument/2006/customXml" ds:itemID="{D0E0C720-2BE9-430D-8D1B-FD2FAFA59DBD}">
  <ds:schemaRefs/>
</ds:datastoreItem>
</file>

<file path=customXml/itemProps21.xml><?xml version="1.0" encoding="utf-8"?>
<ds:datastoreItem xmlns:ds="http://schemas.openxmlformats.org/officeDocument/2006/customXml" ds:itemID="{38534D4C-0D37-4663-949C-5FF2DDB3F576}">
  <ds:schemaRefs/>
</ds:datastoreItem>
</file>

<file path=customXml/itemProps22.xml><?xml version="1.0" encoding="utf-8"?>
<ds:datastoreItem xmlns:ds="http://schemas.openxmlformats.org/officeDocument/2006/customXml" ds:itemID="{3397B985-EED3-483E-8FB8-12BCEB372C8B}">
  <ds:schemaRefs/>
</ds:datastoreItem>
</file>

<file path=customXml/itemProps23.xml><?xml version="1.0" encoding="utf-8"?>
<ds:datastoreItem xmlns:ds="http://schemas.openxmlformats.org/officeDocument/2006/customXml" ds:itemID="{89436DDB-6C96-4652-9977-76EE7D1A4729}">
  <ds:schemaRefs/>
</ds:datastoreItem>
</file>

<file path=customXml/itemProps24.xml><?xml version="1.0" encoding="utf-8"?>
<ds:datastoreItem xmlns:ds="http://schemas.openxmlformats.org/officeDocument/2006/customXml" ds:itemID="{E6C65A0F-B365-477E-B71A-6D1BDBD82DC7}">
  <ds:schemaRefs/>
</ds:datastoreItem>
</file>

<file path=customXml/itemProps25.xml><?xml version="1.0" encoding="utf-8"?>
<ds:datastoreItem xmlns:ds="http://schemas.openxmlformats.org/officeDocument/2006/customXml" ds:itemID="{5EE017CD-467A-44D0-B3A0-15E127890B69}">
  <ds:schemaRefs/>
</ds:datastoreItem>
</file>

<file path=customXml/itemProps26.xml><?xml version="1.0" encoding="utf-8"?>
<ds:datastoreItem xmlns:ds="http://schemas.openxmlformats.org/officeDocument/2006/customXml" ds:itemID="{9D0D6BCC-F494-46CF-A6A6-F884816C45F1}">
  <ds:schemaRefs/>
</ds:datastoreItem>
</file>

<file path=customXml/itemProps27.xml><?xml version="1.0" encoding="utf-8"?>
<ds:datastoreItem xmlns:ds="http://schemas.openxmlformats.org/officeDocument/2006/customXml" ds:itemID="{47634CBA-8F7E-40E6-B46C-37C6E253189E}">
  <ds:schemaRefs/>
</ds:datastoreItem>
</file>

<file path=customXml/itemProps28.xml><?xml version="1.0" encoding="utf-8"?>
<ds:datastoreItem xmlns:ds="http://schemas.openxmlformats.org/officeDocument/2006/customXml" ds:itemID="{965D7B85-B1F8-421F-A645-9EE8C78F6DD7}">
  <ds:schemaRefs/>
</ds:datastoreItem>
</file>

<file path=customXml/itemProps29.xml><?xml version="1.0" encoding="utf-8"?>
<ds:datastoreItem xmlns:ds="http://schemas.openxmlformats.org/officeDocument/2006/customXml" ds:itemID="{4775377E-10C2-45C0-AC5E-9B63141940C0}">
  <ds:schemaRefs/>
</ds:datastoreItem>
</file>

<file path=customXml/itemProps30.xml><?xml version="1.0" encoding="utf-8"?>
<ds:datastoreItem xmlns:ds="http://schemas.openxmlformats.org/officeDocument/2006/customXml" ds:itemID="{A0AD9D57-CEF6-4C13-B81B-8ECC7F31A6C2}">
  <ds:schemaRefs/>
</ds:datastoreItem>
</file>

<file path=customXml/itemProps31.xml><?xml version="1.0" encoding="utf-8"?>
<ds:datastoreItem xmlns:ds="http://schemas.openxmlformats.org/officeDocument/2006/customXml" ds:itemID="{1CFE4F6A-DF88-47AD-A9D2-7B642EA9E4C9}">
  <ds:schemaRefs/>
</ds:datastoreItem>
</file>

<file path=customXml/itemProps32.xml><?xml version="1.0" encoding="utf-8"?>
<ds:datastoreItem xmlns:ds="http://schemas.openxmlformats.org/officeDocument/2006/customXml" ds:itemID="{CBFD8498-4A49-4B69-8564-ED22F5E038A1}">
  <ds:schemaRefs/>
</ds:datastoreItem>
</file>

<file path=customXml/itemProps33.xml><?xml version="1.0" encoding="utf-8"?>
<ds:datastoreItem xmlns:ds="http://schemas.openxmlformats.org/officeDocument/2006/customXml" ds:itemID="{976B956B-3A64-4C7A-8CD2-1FA637759B46}">
  <ds:schemaRefs/>
</ds:datastoreItem>
</file>

<file path=customXml/itemProps34.xml><?xml version="1.0" encoding="utf-8"?>
<ds:datastoreItem xmlns:ds="http://schemas.openxmlformats.org/officeDocument/2006/customXml" ds:itemID="{CEABAC58-2F83-42BC-A685-F0C03476F803}">
  <ds:schemaRefs/>
</ds:datastoreItem>
</file>

<file path=customXml/itemProps35.xml><?xml version="1.0" encoding="utf-8"?>
<ds:datastoreItem xmlns:ds="http://schemas.openxmlformats.org/officeDocument/2006/customXml" ds:itemID="{A6C5A572-9E6F-4D94-8E32-5DFA9ABFE851}">
  <ds:schemaRefs/>
</ds:datastoreItem>
</file>

<file path=customXml/itemProps36.xml><?xml version="1.0" encoding="utf-8"?>
<ds:datastoreItem xmlns:ds="http://schemas.openxmlformats.org/officeDocument/2006/customXml" ds:itemID="{9DB6DA5B-C99D-4FA8-AB08-B31B25BE1A09}">
  <ds:schemaRefs/>
</ds:datastoreItem>
</file>

<file path=customXml/itemProps37.xml><?xml version="1.0" encoding="utf-8"?>
<ds:datastoreItem xmlns:ds="http://schemas.openxmlformats.org/officeDocument/2006/customXml" ds:itemID="{1853AB52-C35F-41D1-82AE-A43011337B3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Tietoevry</Template>
  <TotalTime>197</TotalTime>
  <Words>2557</Words>
  <Application>Microsoft Office PowerPoint</Application>
  <PresentationFormat>On-screen Show (16:9)</PresentationFormat>
  <Paragraphs>207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Roboto</vt:lpstr>
      <vt:lpstr>Calibri</vt:lpstr>
      <vt:lpstr>Tietoevry Sans 1 Light</vt:lpstr>
      <vt:lpstr>Tietoevry Sans 1 Medium</vt:lpstr>
      <vt:lpstr>Wingdings</vt:lpstr>
      <vt:lpstr>Tietoevry Sans 1 Thin</vt:lpstr>
      <vt:lpstr>Arial</vt:lpstr>
      <vt:lpstr>Tietoevry</vt:lpstr>
      <vt:lpstr>PowerPoint Presentation</vt:lpstr>
      <vt:lpstr>PowerPoint Presentation</vt:lpstr>
      <vt:lpstr>                                    Ragflow的文档解析流程</vt:lpstr>
      <vt:lpstr>PowerPoint Presentation</vt:lpstr>
      <vt:lpstr>                                    Ragflow的文档解析核心架构</vt:lpstr>
      <vt:lpstr>                   Ragflow的文档解析核心架构</vt:lpstr>
      <vt:lpstr>                   Dify的文档解析流程</vt:lpstr>
      <vt:lpstr>                   Dify的文档解析流程</vt:lpstr>
      <vt:lpstr>                   Dify的文档解析核心架构</vt:lpstr>
      <vt:lpstr>                   Dify的文档解析核心架构</vt:lpstr>
      <vt:lpstr>                  开源工具对比</vt:lpstr>
      <vt:lpstr>                  开源工具总结</vt:lpstr>
      <vt:lpstr>                  开源工具证书</vt:lpstr>
      <vt:lpstr>                  开源工具Dify效果</vt:lpstr>
      <vt:lpstr>                  开源工具效果对比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Kristaps Steinbergs</dc:creator>
  <cp:lastModifiedBy>Pan Huang</cp:lastModifiedBy>
  <cp:revision>2</cp:revision>
  <dcterms:created xsi:type="dcterms:W3CDTF">2024-06-11T05:54:35Z</dcterms:created>
  <dcterms:modified xsi:type="dcterms:W3CDTF">2025-08-04T05:56:25Z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2023-11-16T09:09:10</vt:lpwstr>
  </property>
  <property fmtid="{D5CDD505-2E9C-101B-9397-08002B2CF9AE}" pid="3" name="TemplafyTenantId">
    <vt:lpwstr>tietoevry</vt:lpwstr>
  </property>
  <property fmtid="{D5CDD505-2E9C-101B-9397-08002B2CF9AE}" pid="4" name="TemplafyTemplateId">
    <vt:lpwstr>778819684790960166</vt:lpwstr>
  </property>
  <property fmtid="{D5CDD505-2E9C-101B-9397-08002B2CF9AE}" pid="5" name="TemplafyUserProfileId">
    <vt:lpwstr>637921402483398195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  <property fmtid="{D5CDD505-2E9C-101B-9397-08002B2CF9AE}" pid="8" name="MSIP_Label_3b623b29-abd1-4de3-a20c-27566d79b7c7_Enabled">
    <vt:lpwstr>true</vt:lpwstr>
  </property>
  <property fmtid="{D5CDD505-2E9C-101B-9397-08002B2CF9AE}" pid="9" name="MSIP_Label_3b623b29-abd1-4de3-a20c-27566d79b7c7_SetDate">
    <vt:lpwstr>2025-07-31T10:14:34Z</vt:lpwstr>
  </property>
  <property fmtid="{D5CDD505-2E9C-101B-9397-08002B2CF9AE}" pid="10" name="MSIP_Label_3b623b29-abd1-4de3-a20c-27566d79b7c7_Method">
    <vt:lpwstr>Standard</vt:lpwstr>
  </property>
  <property fmtid="{D5CDD505-2E9C-101B-9397-08002B2CF9AE}" pid="11" name="MSIP_Label_3b623b29-abd1-4de3-a20c-27566d79b7c7_Name">
    <vt:lpwstr>3b623b29-abd1-4de3-a20c-27566d79b7c7</vt:lpwstr>
  </property>
  <property fmtid="{D5CDD505-2E9C-101B-9397-08002B2CF9AE}" pid="12" name="MSIP_Label_3b623b29-abd1-4de3-a20c-27566d79b7c7_SiteId">
    <vt:lpwstr>cbede638-a3d9-459f-8f4e-24ced73b4e5e</vt:lpwstr>
  </property>
  <property fmtid="{D5CDD505-2E9C-101B-9397-08002B2CF9AE}" pid="13" name="MSIP_Label_3b623b29-abd1-4de3-a20c-27566d79b7c7_ActionId">
    <vt:lpwstr>69292f84-cdb4-44d4-8239-1fc1c72b0bdf</vt:lpwstr>
  </property>
  <property fmtid="{D5CDD505-2E9C-101B-9397-08002B2CF9AE}" pid="14" name="MSIP_Label_3b623b29-abd1-4de3-a20c-27566d79b7c7_ContentBits">
    <vt:lpwstr>0</vt:lpwstr>
  </property>
  <property fmtid="{D5CDD505-2E9C-101B-9397-08002B2CF9AE}" pid="15" name="MSIP_Label_3b623b29-abd1-4de3-a20c-27566d79b7c7_Tag">
    <vt:lpwstr>10, 3, 0, 1</vt:lpwstr>
  </property>
  <property fmtid="{D5CDD505-2E9C-101B-9397-08002B2CF9AE}" pid="16" name="ContentTypeId">
    <vt:lpwstr>0x0101003D7C34016242F74A8703056798E1EE2F</vt:lpwstr>
  </property>
</Properties>
</file>