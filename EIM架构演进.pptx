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35"/>
  </p:notesMasterIdLst>
  <p:sldIdLst>
    <p:sldId id="339" r:id="rId5"/>
    <p:sldId id="330" r:id="rId6"/>
    <p:sldId id="334" r:id="rId7"/>
    <p:sldId id="333" r:id="rId8"/>
    <p:sldId id="332" r:id="rId9"/>
    <p:sldId id="340" r:id="rId10"/>
    <p:sldId id="342" r:id="rId11"/>
    <p:sldId id="341" r:id="rId12"/>
    <p:sldId id="346" r:id="rId13"/>
    <p:sldId id="348" r:id="rId14"/>
    <p:sldId id="347" r:id="rId15"/>
    <p:sldId id="352" r:id="rId16"/>
    <p:sldId id="350" r:id="rId17"/>
    <p:sldId id="351" r:id="rId18"/>
    <p:sldId id="349" r:id="rId19"/>
    <p:sldId id="344" r:id="rId20"/>
    <p:sldId id="343" r:id="rId21"/>
    <p:sldId id="353" r:id="rId22"/>
    <p:sldId id="345" r:id="rId23"/>
    <p:sldId id="354" r:id="rId24"/>
    <p:sldId id="355" r:id="rId25"/>
    <p:sldId id="356" r:id="rId26"/>
    <p:sldId id="357" r:id="rId27"/>
    <p:sldId id="358" r:id="rId28"/>
    <p:sldId id="359" r:id="rId29"/>
    <p:sldId id="360" r:id="rId30"/>
    <p:sldId id="362" r:id="rId31"/>
    <p:sldId id="364" r:id="rId32"/>
    <p:sldId id="363" r:id="rId33"/>
    <p:sldId id="365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D7C729-6947-9685-98B8-297CA8020808}" v="2" dt="2026-03-02T06:14:46.4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Qingsong Fan" userId="S::qingsong.fan@tieto.com::6925998b-1107-45b4-9c3a-9b37612936cc" providerId="AD" clId="Web-{DA891108-2453-F884-0A7D-364B2F56B8CC}"/>
    <pc:docChg chg="addSld delSld modSld sldOrd">
      <pc:chgData name="Qingsong Fan" userId="S::qingsong.fan@tieto.com::6925998b-1107-45b4-9c3a-9b37612936cc" providerId="AD" clId="Web-{DA891108-2453-F884-0A7D-364B2F56B8CC}" dt="2026-02-24T09:16:42.971" v="137" actId="14100"/>
      <pc:docMkLst>
        <pc:docMk/>
      </pc:docMkLst>
      <pc:sldChg chg="addSp delSp modSp new mod setBg">
        <pc:chgData name="Qingsong Fan" userId="S::qingsong.fan@tieto.com::6925998b-1107-45b4-9c3a-9b37612936cc" providerId="AD" clId="Web-{DA891108-2453-F884-0A7D-364B2F56B8CC}" dt="2026-02-24T06:33:36.735" v="25"/>
        <pc:sldMkLst>
          <pc:docMk/>
          <pc:sldMk cId="4278214830" sldId="354"/>
        </pc:sldMkLst>
        <pc:spChg chg="mod">
          <ac:chgData name="Qingsong Fan" userId="S::qingsong.fan@tieto.com::6925998b-1107-45b4-9c3a-9b37612936cc" providerId="AD" clId="Web-{DA891108-2453-F884-0A7D-364B2F56B8CC}" dt="2026-02-24T06:33:36.735" v="25"/>
          <ac:spMkLst>
            <pc:docMk/>
            <pc:sldMk cId="4278214830" sldId="354"/>
            <ac:spMk id="2" creationId="{49A68F5A-44C9-11FB-8581-345014F93165}"/>
          </ac:spMkLst>
        </pc:spChg>
        <pc:spChg chg="add">
          <ac:chgData name="Qingsong Fan" userId="S::qingsong.fan@tieto.com::6925998b-1107-45b4-9c3a-9b37612936cc" providerId="AD" clId="Web-{DA891108-2453-F884-0A7D-364B2F56B8CC}" dt="2026-02-24T06:33:36.735" v="25"/>
          <ac:spMkLst>
            <pc:docMk/>
            <pc:sldMk cId="4278214830" sldId="354"/>
            <ac:spMk id="23" creationId="{6AA24DE7-C336-4994-8C52-D9B3F3D0FA4D}"/>
          </ac:spMkLst>
        </pc:spChg>
        <pc:picChg chg="add mod ord">
          <ac:chgData name="Qingsong Fan" userId="S::qingsong.fan@tieto.com::6925998b-1107-45b4-9c3a-9b37612936cc" providerId="AD" clId="Web-{DA891108-2453-F884-0A7D-364B2F56B8CC}" dt="2026-02-24T06:33:36.735" v="25"/>
          <ac:picMkLst>
            <pc:docMk/>
            <pc:sldMk cId="4278214830" sldId="354"/>
            <ac:picMk id="4" creationId="{286181B1-FEA6-80D9-12AC-A6D028EDFD22}"/>
          </ac:picMkLst>
        </pc:picChg>
      </pc:sldChg>
      <pc:sldChg chg="addSp delSp modSp new mod setBg modNotes">
        <pc:chgData name="Qingsong Fan" userId="S::qingsong.fan@tieto.com::6925998b-1107-45b4-9c3a-9b37612936cc" providerId="AD" clId="Web-{DA891108-2453-F884-0A7D-364B2F56B8CC}" dt="2026-02-24T06:47:40.330" v="29" actId="1076"/>
        <pc:sldMkLst>
          <pc:docMk/>
          <pc:sldMk cId="447418068" sldId="355"/>
        </pc:sldMkLst>
        <pc:spChg chg="mod">
          <ac:chgData name="Qingsong Fan" userId="S::qingsong.fan@tieto.com::6925998b-1107-45b4-9c3a-9b37612936cc" providerId="AD" clId="Web-{DA891108-2453-F884-0A7D-364B2F56B8CC}" dt="2026-02-24T06:31:24.043" v="24"/>
          <ac:spMkLst>
            <pc:docMk/>
            <pc:sldMk cId="447418068" sldId="355"/>
            <ac:spMk id="2" creationId="{8DAF73E3-D49B-6918-6FC5-AA47838D06EB}"/>
          </ac:spMkLst>
        </pc:spChg>
        <pc:spChg chg="add">
          <ac:chgData name="Qingsong Fan" userId="S::qingsong.fan@tieto.com::6925998b-1107-45b4-9c3a-9b37612936cc" providerId="AD" clId="Web-{DA891108-2453-F884-0A7D-364B2F56B8CC}" dt="2026-02-24T06:31:24.043" v="24"/>
          <ac:spMkLst>
            <pc:docMk/>
            <pc:sldMk cId="447418068" sldId="355"/>
            <ac:spMk id="16" creationId="{D12DDE76-C203-4047-9998-63900085B5E8}"/>
          </ac:spMkLst>
        </pc:spChg>
        <pc:picChg chg="add mod ord">
          <ac:chgData name="Qingsong Fan" userId="S::qingsong.fan@tieto.com::6925998b-1107-45b4-9c3a-9b37612936cc" providerId="AD" clId="Web-{DA891108-2453-F884-0A7D-364B2F56B8CC}" dt="2026-02-24T06:31:24.043" v="24"/>
          <ac:picMkLst>
            <pc:docMk/>
            <pc:sldMk cId="447418068" sldId="355"/>
            <ac:picMk id="4" creationId="{8CEE9EAB-CD9F-F8F4-FBA1-21E921367081}"/>
          </ac:picMkLst>
        </pc:picChg>
        <pc:picChg chg="add mod">
          <ac:chgData name="Qingsong Fan" userId="S::qingsong.fan@tieto.com::6925998b-1107-45b4-9c3a-9b37612936cc" providerId="AD" clId="Web-{DA891108-2453-F884-0A7D-364B2F56B8CC}" dt="2026-02-24T06:47:40.330" v="29" actId="1076"/>
          <ac:picMkLst>
            <pc:docMk/>
            <pc:sldMk cId="447418068" sldId="355"/>
            <ac:picMk id="5" creationId="{5DC0456C-E71B-015F-87B3-0F93489451C9}"/>
          </ac:picMkLst>
        </pc:picChg>
      </pc:sldChg>
      <pc:sldChg chg="addSp delSp modSp new mod setBg">
        <pc:chgData name="Qingsong Fan" userId="S::qingsong.fan@tieto.com::6925998b-1107-45b4-9c3a-9b37612936cc" providerId="AD" clId="Web-{DA891108-2453-F884-0A7D-364B2F56B8CC}" dt="2026-02-24T06:55:09.029" v="36"/>
        <pc:sldMkLst>
          <pc:docMk/>
          <pc:sldMk cId="3780676540" sldId="356"/>
        </pc:sldMkLst>
        <pc:spChg chg="mod">
          <ac:chgData name="Qingsong Fan" userId="S::qingsong.fan@tieto.com::6925998b-1107-45b4-9c3a-9b37612936cc" providerId="AD" clId="Web-{DA891108-2453-F884-0A7D-364B2F56B8CC}" dt="2026-02-24T06:55:09.029" v="36"/>
          <ac:spMkLst>
            <pc:docMk/>
            <pc:sldMk cId="3780676540" sldId="356"/>
            <ac:spMk id="2" creationId="{F944370E-5749-21CA-8847-554104E54B1A}"/>
          </ac:spMkLst>
        </pc:spChg>
        <pc:spChg chg="add">
          <ac:chgData name="Qingsong Fan" userId="S::qingsong.fan@tieto.com::6925998b-1107-45b4-9c3a-9b37612936cc" providerId="AD" clId="Web-{DA891108-2453-F884-0A7D-364B2F56B8CC}" dt="2026-02-24T06:55:09.029" v="36"/>
          <ac:spMkLst>
            <pc:docMk/>
            <pc:sldMk cId="3780676540" sldId="356"/>
            <ac:spMk id="9" creationId="{D12DDE76-C203-4047-9998-63900085B5E8}"/>
          </ac:spMkLst>
        </pc:spChg>
        <pc:picChg chg="add mod ord">
          <ac:chgData name="Qingsong Fan" userId="S::qingsong.fan@tieto.com::6925998b-1107-45b4-9c3a-9b37612936cc" providerId="AD" clId="Web-{DA891108-2453-F884-0A7D-364B2F56B8CC}" dt="2026-02-24T06:55:09.029" v="36"/>
          <ac:picMkLst>
            <pc:docMk/>
            <pc:sldMk cId="3780676540" sldId="356"/>
            <ac:picMk id="4" creationId="{225E3AD6-F840-85BA-006F-D05938513D7C}"/>
          </ac:picMkLst>
        </pc:picChg>
      </pc:sldChg>
      <pc:sldChg chg="addSp delSp modSp new mod setBg">
        <pc:chgData name="Qingsong Fan" userId="S::qingsong.fan@tieto.com::6925998b-1107-45b4-9c3a-9b37612936cc" providerId="AD" clId="Web-{DA891108-2453-F884-0A7D-364B2F56B8CC}" dt="2026-02-24T08:50:56.236" v="84" actId="20577"/>
        <pc:sldMkLst>
          <pc:docMk/>
          <pc:sldMk cId="2091618520" sldId="357"/>
        </pc:sldMkLst>
        <pc:spChg chg="mod">
          <ac:chgData name="Qingsong Fan" userId="S::qingsong.fan@tieto.com::6925998b-1107-45b4-9c3a-9b37612936cc" providerId="AD" clId="Web-{DA891108-2453-F884-0A7D-364B2F56B8CC}" dt="2026-02-24T08:50:56.236" v="84" actId="20577"/>
          <ac:spMkLst>
            <pc:docMk/>
            <pc:sldMk cId="2091618520" sldId="357"/>
            <ac:spMk id="2" creationId="{E5BC7DA4-21F4-7836-3EEE-DF53BB41BCF2}"/>
          </ac:spMkLst>
        </pc:spChg>
        <pc:spChg chg="add">
          <ac:chgData name="Qingsong Fan" userId="S::qingsong.fan@tieto.com::6925998b-1107-45b4-9c3a-9b37612936cc" providerId="AD" clId="Web-{DA891108-2453-F884-0A7D-364B2F56B8CC}" dt="2026-02-24T07:27:10.638" v="57"/>
          <ac:spMkLst>
            <pc:docMk/>
            <pc:sldMk cId="2091618520" sldId="357"/>
            <ac:spMk id="9" creationId="{D12DDE76-C203-4047-9998-63900085B5E8}"/>
          </ac:spMkLst>
        </pc:spChg>
        <pc:picChg chg="add mod ord">
          <ac:chgData name="Qingsong Fan" userId="S::qingsong.fan@tieto.com::6925998b-1107-45b4-9c3a-9b37612936cc" providerId="AD" clId="Web-{DA891108-2453-F884-0A7D-364B2F56B8CC}" dt="2026-02-24T07:27:10.638" v="57"/>
          <ac:picMkLst>
            <pc:docMk/>
            <pc:sldMk cId="2091618520" sldId="357"/>
            <ac:picMk id="4" creationId="{006A8C53-7CD4-189F-F2D4-834B6B2091AA}"/>
          </ac:picMkLst>
        </pc:picChg>
      </pc:sldChg>
      <pc:sldChg chg="addSp delSp modSp add mod replId setBg">
        <pc:chgData name="Qingsong Fan" userId="S::qingsong.fan@tieto.com::6925998b-1107-45b4-9c3a-9b37612936cc" providerId="AD" clId="Web-{DA891108-2453-F884-0A7D-364B2F56B8CC}" dt="2026-02-24T08:43:03.230" v="77" actId="20577"/>
        <pc:sldMkLst>
          <pc:docMk/>
          <pc:sldMk cId="785922778" sldId="358"/>
        </pc:sldMkLst>
        <pc:spChg chg="mod">
          <ac:chgData name="Qingsong Fan" userId="S::qingsong.fan@tieto.com::6925998b-1107-45b4-9c3a-9b37612936cc" providerId="AD" clId="Web-{DA891108-2453-F884-0A7D-364B2F56B8CC}" dt="2026-02-24T08:43:03.230" v="77" actId="20577"/>
          <ac:spMkLst>
            <pc:docMk/>
            <pc:sldMk cId="785922778" sldId="358"/>
            <ac:spMk id="2" creationId="{4151F1B3-227D-892B-3661-96845944A91A}"/>
          </ac:spMkLst>
        </pc:spChg>
        <pc:spChg chg="add">
          <ac:chgData name="Qingsong Fan" userId="S::qingsong.fan@tieto.com::6925998b-1107-45b4-9c3a-9b37612936cc" providerId="AD" clId="Web-{DA891108-2453-F884-0A7D-364B2F56B8CC}" dt="2026-02-24T07:27:02.904" v="56"/>
          <ac:spMkLst>
            <pc:docMk/>
            <pc:sldMk cId="785922778" sldId="358"/>
            <ac:spMk id="11" creationId="{D12DDE76-C203-4047-9998-63900085B5E8}"/>
          </ac:spMkLst>
        </pc:spChg>
        <pc:picChg chg="add mod ord">
          <ac:chgData name="Qingsong Fan" userId="S::qingsong.fan@tieto.com::6925998b-1107-45b4-9c3a-9b37612936cc" providerId="AD" clId="Web-{DA891108-2453-F884-0A7D-364B2F56B8CC}" dt="2026-02-24T07:27:02.904" v="56"/>
          <ac:picMkLst>
            <pc:docMk/>
            <pc:sldMk cId="785922778" sldId="358"/>
            <ac:picMk id="6" creationId="{080E263F-B091-CF6F-4D23-9F8440C489A8}"/>
          </ac:picMkLst>
        </pc:picChg>
      </pc:sldChg>
      <pc:sldChg chg="addSp delSp modSp add replId">
        <pc:chgData name="Qingsong Fan" userId="S::qingsong.fan@tieto.com::6925998b-1107-45b4-9c3a-9b37612936cc" providerId="AD" clId="Web-{DA891108-2453-F884-0A7D-364B2F56B8CC}" dt="2026-02-24T08:43:29.122" v="79" actId="20577"/>
        <pc:sldMkLst>
          <pc:docMk/>
          <pc:sldMk cId="2364460221" sldId="359"/>
        </pc:sldMkLst>
        <pc:spChg chg="mod">
          <ac:chgData name="Qingsong Fan" userId="S::qingsong.fan@tieto.com::6925998b-1107-45b4-9c3a-9b37612936cc" providerId="AD" clId="Web-{DA891108-2453-F884-0A7D-364B2F56B8CC}" dt="2026-02-24T08:43:29.122" v="79" actId="20577"/>
          <ac:spMkLst>
            <pc:docMk/>
            <pc:sldMk cId="2364460221" sldId="359"/>
            <ac:spMk id="2" creationId="{AFBEC29B-931A-BA83-155C-FBC18B0EDFCB}"/>
          </ac:spMkLst>
        </pc:spChg>
        <pc:spChg chg="add">
          <ac:chgData name="Qingsong Fan" userId="S::qingsong.fan@tieto.com::6925998b-1107-45b4-9c3a-9b37612936cc" providerId="AD" clId="Web-{DA891108-2453-F884-0A7D-364B2F56B8CC}" dt="2026-02-24T07:38:05.919" v="63"/>
          <ac:spMkLst>
            <pc:docMk/>
            <pc:sldMk cId="2364460221" sldId="359"/>
            <ac:spMk id="13" creationId="{D12DDE76-C203-4047-9998-63900085B5E8}"/>
          </ac:spMkLst>
        </pc:spChg>
        <pc:picChg chg="add mod ord">
          <ac:chgData name="Qingsong Fan" userId="S::qingsong.fan@tieto.com::6925998b-1107-45b4-9c3a-9b37612936cc" providerId="AD" clId="Web-{DA891108-2453-F884-0A7D-364B2F56B8CC}" dt="2026-02-24T07:38:20.810" v="68" actId="1076"/>
          <ac:picMkLst>
            <pc:docMk/>
            <pc:sldMk cId="2364460221" sldId="359"/>
            <ac:picMk id="5" creationId="{D610457E-1F7B-5224-FE03-5BC5B9D3B053}"/>
          </ac:picMkLst>
        </pc:picChg>
      </pc:sldChg>
      <pc:sldChg chg="addSp delSp modSp new mod setBg">
        <pc:chgData name="Qingsong Fan" userId="S::qingsong.fan@tieto.com::6925998b-1107-45b4-9c3a-9b37612936cc" providerId="AD" clId="Web-{DA891108-2453-F884-0A7D-364B2F56B8CC}" dt="2026-02-24T08:54:24.754" v="109" actId="20577"/>
        <pc:sldMkLst>
          <pc:docMk/>
          <pc:sldMk cId="2206406115" sldId="360"/>
        </pc:sldMkLst>
        <pc:spChg chg="mod">
          <ac:chgData name="Qingsong Fan" userId="S::qingsong.fan@tieto.com::6925998b-1107-45b4-9c3a-9b37612936cc" providerId="AD" clId="Web-{DA891108-2453-F884-0A7D-364B2F56B8CC}" dt="2026-02-24T08:54:24.754" v="109" actId="20577"/>
          <ac:spMkLst>
            <pc:docMk/>
            <pc:sldMk cId="2206406115" sldId="360"/>
            <ac:spMk id="2" creationId="{69FEB9B8-F95E-2706-7DDA-113770C9BA14}"/>
          </ac:spMkLst>
        </pc:spChg>
        <pc:spChg chg="add">
          <ac:chgData name="Qingsong Fan" userId="S::qingsong.fan@tieto.com::6925998b-1107-45b4-9c3a-9b37612936cc" providerId="AD" clId="Web-{DA891108-2453-F884-0A7D-364B2F56B8CC}" dt="2026-02-24T08:53:32.255" v="100"/>
          <ac:spMkLst>
            <pc:docMk/>
            <pc:sldMk cId="2206406115" sldId="360"/>
            <ac:spMk id="9" creationId="{A4AC5506-6312-4701-8D3C-40187889A947}"/>
          </ac:spMkLst>
        </pc:spChg>
        <pc:picChg chg="add mod ord">
          <ac:chgData name="Qingsong Fan" userId="S::qingsong.fan@tieto.com::6925998b-1107-45b4-9c3a-9b37612936cc" providerId="AD" clId="Web-{DA891108-2453-F884-0A7D-364B2F56B8CC}" dt="2026-02-24T08:53:32.255" v="100"/>
          <ac:picMkLst>
            <pc:docMk/>
            <pc:sldMk cId="2206406115" sldId="360"/>
            <ac:picMk id="4" creationId="{3BC8E5D5-B1E8-78A4-983C-7E48976EBF8C}"/>
          </ac:picMkLst>
        </pc:picChg>
      </pc:sldChg>
      <pc:sldChg chg="addSp delSp modSp add ord replId">
        <pc:chgData name="Qingsong Fan" userId="S::qingsong.fan@tieto.com::6925998b-1107-45b4-9c3a-9b37612936cc" providerId="AD" clId="Web-{DA891108-2453-F884-0A7D-364B2F56B8CC}" dt="2026-02-24T09:11:06.572" v="124"/>
        <pc:sldMkLst>
          <pc:docMk/>
          <pc:sldMk cId="519414277" sldId="362"/>
        </pc:sldMkLst>
        <pc:picChg chg="add mod ord">
          <ac:chgData name="Qingsong Fan" userId="S::qingsong.fan@tieto.com::6925998b-1107-45b4-9c3a-9b37612936cc" providerId="AD" clId="Web-{DA891108-2453-F884-0A7D-364B2F56B8CC}" dt="2026-02-24T09:08:24.335" v="118"/>
          <ac:picMkLst>
            <pc:docMk/>
            <pc:sldMk cId="519414277" sldId="362"/>
            <ac:picMk id="6" creationId="{577ED1CF-2ED7-37A1-3830-52F25799679E}"/>
          </ac:picMkLst>
        </pc:picChg>
      </pc:sldChg>
      <pc:sldChg chg="addSp delSp modSp add replId">
        <pc:chgData name="Qingsong Fan" userId="S::qingsong.fan@tieto.com::6925998b-1107-45b4-9c3a-9b37612936cc" providerId="AD" clId="Web-{DA891108-2453-F884-0A7D-364B2F56B8CC}" dt="2026-02-24T09:12:27.074" v="131" actId="1076"/>
        <pc:sldMkLst>
          <pc:docMk/>
          <pc:sldMk cId="249646496" sldId="363"/>
        </pc:sldMkLst>
        <pc:picChg chg="add mod ord">
          <ac:chgData name="Qingsong Fan" userId="S::qingsong.fan@tieto.com::6925998b-1107-45b4-9c3a-9b37612936cc" providerId="AD" clId="Web-{DA891108-2453-F884-0A7D-364B2F56B8CC}" dt="2026-02-24T09:12:27.074" v="131" actId="1076"/>
          <ac:picMkLst>
            <pc:docMk/>
            <pc:sldMk cId="249646496" sldId="363"/>
            <ac:picMk id="5" creationId="{FD230BF3-5859-5EFB-128F-89F1CB656EC3}"/>
          </ac:picMkLst>
        </pc:picChg>
      </pc:sldChg>
      <pc:sldChg chg="addSp delSp modSp add replId">
        <pc:chgData name="Qingsong Fan" userId="S::qingsong.fan@tieto.com::6925998b-1107-45b4-9c3a-9b37612936cc" providerId="AD" clId="Web-{DA891108-2453-F884-0A7D-364B2F56B8CC}" dt="2026-02-24T09:16:42.971" v="137" actId="14100"/>
        <pc:sldMkLst>
          <pc:docMk/>
          <pc:sldMk cId="3672881561" sldId="364"/>
        </pc:sldMkLst>
        <pc:picChg chg="add mod ord">
          <ac:chgData name="Qingsong Fan" userId="S::qingsong.fan@tieto.com::6925998b-1107-45b4-9c3a-9b37612936cc" providerId="AD" clId="Web-{DA891108-2453-F884-0A7D-364B2F56B8CC}" dt="2026-02-24T09:16:42.971" v="137" actId="14100"/>
          <ac:picMkLst>
            <pc:docMk/>
            <pc:sldMk cId="3672881561" sldId="364"/>
            <ac:picMk id="5" creationId="{7676D1C9-653B-E4ED-FA11-0745E33BD06B}"/>
          </ac:picMkLst>
        </pc:picChg>
      </pc:sldChg>
    </pc:docChg>
  </pc:docChgLst>
  <pc:docChgLst>
    <pc:chgData name="Qingsong Fan" userId="S::qingsong.fan@tieto.com::6925998b-1107-45b4-9c3a-9b37612936cc" providerId="AD" clId="Web-{4A4D6B57-F877-2821-43D7-C67CB0B347C4}"/>
    <pc:docChg chg="addSld modSld">
      <pc:chgData name="Qingsong Fan" userId="S::qingsong.fan@tieto.com::6925998b-1107-45b4-9c3a-9b37612936cc" providerId="AD" clId="Web-{4A4D6B57-F877-2821-43D7-C67CB0B347C4}" dt="2026-02-25T02:51:21.636" v="5" actId="1076"/>
      <pc:docMkLst>
        <pc:docMk/>
      </pc:docMkLst>
      <pc:sldChg chg="addSp delSp modSp add replId">
        <pc:chgData name="Qingsong Fan" userId="S::qingsong.fan@tieto.com::6925998b-1107-45b4-9c3a-9b37612936cc" providerId="AD" clId="Web-{4A4D6B57-F877-2821-43D7-C67CB0B347C4}" dt="2026-02-25T02:51:21.636" v="5" actId="1076"/>
        <pc:sldMkLst>
          <pc:docMk/>
          <pc:sldMk cId="677684122" sldId="365"/>
        </pc:sldMkLst>
        <pc:picChg chg="add mod ord">
          <ac:chgData name="Qingsong Fan" userId="S::qingsong.fan@tieto.com::6925998b-1107-45b4-9c3a-9b37612936cc" providerId="AD" clId="Web-{4A4D6B57-F877-2821-43D7-C67CB0B347C4}" dt="2026-02-25T02:51:21.636" v="5" actId="1076"/>
          <ac:picMkLst>
            <pc:docMk/>
            <pc:sldMk cId="677684122" sldId="365"/>
            <ac:picMk id="6" creationId="{C0A14E24-27AE-6388-F7F9-EA3CFB015A0D}"/>
          </ac:picMkLst>
        </pc:picChg>
      </pc:sldChg>
    </pc:docChg>
  </pc:docChgLst>
  <pc:docChgLst>
    <pc:chgData name="Guanghao Huang" userId="S::guanghao.huang@tieto.com::04419bd5-9fce-4ed2-af1a-2db08ae5074c" providerId="AD" clId="Web-{ACC3D144-AF05-EEED-ED34-8C2C28DD283C}"/>
    <pc:docChg chg="modSld">
      <pc:chgData name="Guanghao Huang" userId="S::guanghao.huang@tieto.com::04419bd5-9fce-4ed2-af1a-2db08ae5074c" providerId="AD" clId="Web-{ACC3D144-AF05-EEED-ED34-8C2C28DD283C}" dt="2026-02-02T07:19:45.316" v="1" actId="1076"/>
      <pc:docMkLst>
        <pc:docMk/>
      </pc:docMkLst>
      <pc:sldChg chg="modSp">
        <pc:chgData name="Guanghao Huang" userId="S::guanghao.huang@tieto.com::04419bd5-9fce-4ed2-af1a-2db08ae5074c" providerId="AD" clId="Web-{ACC3D144-AF05-EEED-ED34-8C2C28DD283C}" dt="2026-02-02T07:19:45.316" v="1" actId="1076"/>
        <pc:sldMkLst>
          <pc:docMk/>
          <pc:sldMk cId="1856452564" sldId="340"/>
        </pc:sldMkLst>
        <pc:picChg chg="mod">
          <ac:chgData name="Guanghao Huang" userId="S::guanghao.huang@tieto.com::04419bd5-9fce-4ed2-af1a-2db08ae5074c" providerId="AD" clId="Web-{ACC3D144-AF05-EEED-ED34-8C2C28DD283C}" dt="2026-02-02T07:19:45.316" v="1" actId="1076"/>
          <ac:picMkLst>
            <pc:docMk/>
            <pc:sldMk cId="1856452564" sldId="340"/>
            <ac:picMk id="5" creationId="{5EBAAD24-02EE-0548-1689-32628F213D6A}"/>
          </ac:picMkLst>
        </pc:picChg>
      </pc:sldChg>
    </pc:docChg>
  </pc:docChgLst>
  <pc:docChgLst>
    <pc:chgData name="Qingsong Fan" userId="S::qingsong.fan@tieto.com::6925998b-1107-45b4-9c3a-9b37612936cc" providerId="AD" clId="Web-{7BD7C729-6947-9685-98B8-297CA8020808}"/>
    <pc:docChg chg="modSld">
      <pc:chgData name="Qingsong Fan" userId="S::qingsong.fan@tieto.com::6925998b-1107-45b4-9c3a-9b37612936cc" providerId="AD" clId="Web-{7BD7C729-6947-9685-98B8-297CA8020808}" dt="2026-03-02T06:14:46.451" v="1"/>
      <pc:docMkLst>
        <pc:docMk/>
      </pc:docMkLst>
      <pc:sldChg chg="mod modShow">
        <pc:chgData name="Qingsong Fan" userId="S::qingsong.fan@tieto.com::6925998b-1107-45b4-9c3a-9b37612936cc" providerId="AD" clId="Web-{7BD7C729-6947-9685-98B8-297CA8020808}" dt="2026-03-02T06:14:38.810" v="0"/>
        <pc:sldMkLst>
          <pc:docMk/>
          <pc:sldMk cId="2364460221" sldId="359"/>
        </pc:sldMkLst>
      </pc:sldChg>
      <pc:sldChg chg="mod modShow">
        <pc:chgData name="Qingsong Fan" userId="S::qingsong.fan@tieto.com::6925998b-1107-45b4-9c3a-9b37612936cc" providerId="AD" clId="Web-{7BD7C729-6947-9685-98B8-297CA8020808}" dt="2026-03-02T06:14:46.451" v="1"/>
        <pc:sldMkLst>
          <pc:docMk/>
          <pc:sldMk cId="3672881561" sldId="3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6070D8-60D9-4021-ADC7-D15F17DDFF64}" type="datetimeFigureOut"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A8A88E-71F2-4EC0-8CAC-1D1102782F5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810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8FD2-74FF-E73A-A026-9FD11A095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3AD1C6-1092-3D70-4650-C0F0793736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642D52-5387-01C0-6B93-BD8213C94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EB7680-89C3-FE37-72A7-4FC808944E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4AF984-95C0-4021-BEF5-D91CB9F5380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661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A00AB-7BA4-43A6-9489-8EAFCC17E79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6090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信息收集器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从多渠道收集和解析数据与文件，提取核心信息（标题、摘要、条款、指标、上下文要点等），并统一存储到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Foundation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平台数据库，形成可供其他智能体直接调用的标准化知识与数据资产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Foundation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智能体平台架构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构建支持业务人员低代码创建和发布智能体的平台，使其能够基于光盘逻辑，自定义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光盘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输出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结构，快速生成可执行的智能体并投入使用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企业级流程管理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建立统一的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主光盘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体系，将企业流程抽象为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输入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光盘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–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输出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模式。光盘包含政策、标准、表单、方法论、模板等，由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AI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转化为可执行逻辑，并自动分解为多个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协作任务，保证流程的标准化、自动化与可追溯性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统一企业知识平台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政策库、行业标准、流程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风险识别与问题闭环管理智能体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基于主光盘和数据，自动识别流程中的风险点和控制缺陷，生成行动计划，将任务分配给员工或智能体，并自动跟进执行进度，最终形成闭环报告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智能主数据管理与校验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UEKP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自动生成人员、岗位、流程等核心主数据，定期校验不同系统之间的数据差异，提示管理员确认或修改，形成独立的、统一的企业主数据层，支持其他智能体调用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智能演算与决策助手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Agent: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基于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UEKP 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和光盘逻辑，智能体进行数据演算、根因分析、趋势预测、情景模拟，生成多套决策建议，辅助管理层做出可解释、有依据的战略和运营决策</a:t>
            </a:r>
            <a:endParaRPr lang="en-US" altLang="zh-CN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zh-CN" alt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交互式</a:t>
            </a:r>
            <a:r>
              <a:rPr lang="en-US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dashboard:</a:t>
            </a:r>
            <a:r>
              <a:rPr lang="zh-CN" altLang="zh-CN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用户通过聊天窗口输入自然语言指令，画布区域实时展示执行结果（表单、报告、仪表盘、可视化图表等）</a:t>
            </a:r>
          </a:p>
          <a:p>
            <a:pPr marL="228600" indent="-228600">
              <a:buAutoNum type="arabicPeriod"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A00AB-7BA4-43A6-9489-8EAFCC17E7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2316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6A00AB-7BA4-43A6-9489-8EAFCC17E79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499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A8A88E-71F2-4EC0-8CAC-1D1102782F59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91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30CC86D-A9F1-4C7F-8A8B-0E2535F8A86C}"/>
              </a:ext>
            </a:extLst>
          </p:cNvPr>
          <p:cNvSpPr/>
          <p:nvPr userDrawn="1"/>
        </p:nvSpPr>
        <p:spPr>
          <a:xfrm>
            <a:off x="7289317" y="0"/>
            <a:ext cx="4902683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23"/>
          </a:p>
        </p:txBody>
      </p:sp>
      <p:sp>
        <p:nvSpPr>
          <p:cNvPr id="76" name="Picture Placeholder 75">
            <a:extLst>
              <a:ext uri="{FF2B5EF4-FFF2-40B4-BE49-F238E27FC236}">
                <a16:creationId xmlns:a16="http://schemas.microsoft.com/office/drawing/2014/main" id="{C0D90AE0-1FCB-4D84-ABAD-75632D77D5F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246168" y="0"/>
            <a:ext cx="4948800" cy="6858000"/>
          </a:xfrm>
          <a:custGeom>
            <a:avLst/>
            <a:gdLst>
              <a:gd name="connsiteX0" fmla="*/ 142240 w 3708000"/>
              <a:gd name="connsiteY0" fmla="*/ 2070213 h 5143500"/>
              <a:gd name="connsiteX1" fmla="*/ 129373 w 3708000"/>
              <a:gd name="connsiteY1" fmla="*/ 2081770 h 5143500"/>
              <a:gd name="connsiteX2" fmla="*/ 129373 w 3708000"/>
              <a:gd name="connsiteY2" fmla="*/ 2081817 h 5143500"/>
              <a:gd name="connsiteX3" fmla="*/ 141900 w 3708000"/>
              <a:gd name="connsiteY3" fmla="*/ 2093986 h 5143500"/>
              <a:gd name="connsiteX4" fmla="*/ 154416 w 3708000"/>
              <a:gd name="connsiteY4" fmla="*/ 2082425 h 5143500"/>
              <a:gd name="connsiteX5" fmla="*/ 142240 w 3708000"/>
              <a:gd name="connsiteY5" fmla="*/ 2070213 h 5143500"/>
              <a:gd name="connsiteX6" fmla="*/ 142531 w 3708000"/>
              <a:gd name="connsiteY6" fmla="*/ 1765449 h 5143500"/>
              <a:gd name="connsiteX7" fmla="*/ 116798 w 3708000"/>
              <a:gd name="connsiteY7" fmla="*/ 1788657 h 5143500"/>
              <a:gd name="connsiteX8" fmla="*/ 116798 w 3708000"/>
              <a:gd name="connsiteY8" fmla="*/ 1788707 h 5143500"/>
              <a:gd name="connsiteX9" fmla="*/ 141899 w 3708000"/>
              <a:gd name="connsiteY9" fmla="*/ 1813090 h 5143500"/>
              <a:gd name="connsiteX10" fmla="*/ 166987 w 3708000"/>
              <a:gd name="connsiteY10" fmla="*/ 1789873 h 5143500"/>
              <a:gd name="connsiteX11" fmla="*/ 142531 w 3708000"/>
              <a:gd name="connsiteY11" fmla="*/ 1765449 h 5143500"/>
              <a:gd name="connsiteX12" fmla="*/ 142240 w 3708000"/>
              <a:gd name="connsiteY12" fmla="*/ 1484172 h 5143500"/>
              <a:gd name="connsiteX13" fmla="*/ 129373 w 3708000"/>
              <a:gd name="connsiteY13" fmla="*/ 1495729 h 5143500"/>
              <a:gd name="connsiteX14" fmla="*/ 129373 w 3708000"/>
              <a:gd name="connsiteY14" fmla="*/ 1495874 h 5143500"/>
              <a:gd name="connsiteX15" fmla="*/ 141899 w 3708000"/>
              <a:gd name="connsiteY15" fmla="*/ 1507945 h 5143500"/>
              <a:gd name="connsiteX16" fmla="*/ 154416 w 3708000"/>
              <a:gd name="connsiteY16" fmla="*/ 1496384 h 5143500"/>
              <a:gd name="connsiteX17" fmla="*/ 142240 w 3708000"/>
              <a:gd name="connsiteY17" fmla="*/ 1484172 h 5143500"/>
              <a:gd name="connsiteX18" fmla="*/ 142240 w 3708000"/>
              <a:gd name="connsiteY18" fmla="*/ 1191246 h 5143500"/>
              <a:gd name="connsiteX19" fmla="*/ 129373 w 3708000"/>
              <a:gd name="connsiteY19" fmla="*/ 1202803 h 5143500"/>
              <a:gd name="connsiteX20" fmla="*/ 129373 w 3708000"/>
              <a:gd name="connsiteY20" fmla="*/ 1202948 h 5143500"/>
              <a:gd name="connsiteX21" fmla="*/ 141899 w 3708000"/>
              <a:gd name="connsiteY21" fmla="*/ 1215019 h 5143500"/>
              <a:gd name="connsiteX22" fmla="*/ 154416 w 3708000"/>
              <a:gd name="connsiteY22" fmla="*/ 1203458 h 5143500"/>
              <a:gd name="connsiteX23" fmla="*/ 142240 w 3708000"/>
              <a:gd name="connsiteY23" fmla="*/ 1191246 h 5143500"/>
              <a:gd name="connsiteX24" fmla="*/ 142191 w 3708000"/>
              <a:gd name="connsiteY24" fmla="*/ 898320 h 5143500"/>
              <a:gd name="connsiteX25" fmla="*/ 129373 w 3708000"/>
              <a:gd name="connsiteY25" fmla="*/ 909924 h 5143500"/>
              <a:gd name="connsiteX26" fmla="*/ 141900 w 3708000"/>
              <a:gd name="connsiteY26" fmla="*/ 922093 h 5143500"/>
              <a:gd name="connsiteX27" fmla="*/ 154421 w 3708000"/>
              <a:gd name="connsiteY27" fmla="*/ 910486 h 5143500"/>
              <a:gd name="connsiteX28" fmla="*/ 142191 w 3708000"/>
              <a:gd name="connsiteY28" fmla="*/ 898320 h 5143500"/>
              <a:gd name="connsiteX29" fmla="*/ 142486 w 3708000"/>
              <a:gd name="connsiteY29" fmla="*/ 593738 h 5143500"/>
              <a:gd name="connsiteX30" fmla="*/ 116798 w 3708000"/>
              <a:gd name="connsiteY30" fmla="*/ 616998 h 5143500"/>
              <a:gd name="connsiteX31" fmla="*/ 141900 w 3708000"/>
              <a:gd name="connsiteY31" fmla="*/ 641384 h 5143500"/>
              <a:gd name="connsiteX32" fmla="*/ 166986 w 3708000"/>
              <a:gd name="connsiteY32" fmla="*/ 618121 h 5143500"/>
              <a:gd name="connsiteX33" fmla="*/ 142486 w 3708000"/>
              <a:gd name="connsiteY33" fmla="*/ 593738 h 5143500"/>
              <a:gd name="connsiteX34" fmla="*/ 142191 w 3708000"/>
              <a:gd name="connsiteY34" fmla="*/ 312467 h 5143500"/>
              <a:gd name="connsiteX35" fmla="*/ 129373 w 3708000"/>
              <a:gd name="connsiteY35" fmla="*/ 324071 h 5143500"/>
              <a:gd name="connsiteX36" fmla="*/ 141900 w 3708000"/>
              <a:gd name="connsiteY36" fmla="*/ 336240 h 5143500"/>
              <a:gd name="connsiteX37" fmla="*/ 154421 w 3708000"/>
              <a:gd name="connsiteY37" fmla="*/ 324633 h 5143500"/>
              <a:gd name="connsiteX38" fmla="*/ 142191 w 3708000"/>
              <a:gd name="connsiteY38" fmla="*/ 312467 h 5143500"/>
              <a:gd name="connsiteX39" fmla="*/ 0 w 3708000"/>
              <a:gd name="connsiteY39" fmla="*/ 0 h 5143500"/>
              <a:gd name="connsiteX40" fmla="*/ 3708000 w 3708000"/>
              <a:gd name="connsiteY40" fmla="*/ 0 h 5143500"/>
              <a:gd name="connsiteX41" fmla="*/ 3708000 w 3708000"/>
              <a:gd name="connsiteY41" fmla="*/ 5143500 h 5143500"/>
              <a:gd name="connsiteX42" fmla="*/ 0 w 3708000"/>
              <a:gd name="connsiteY42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</a:cxnLst>
            <a:rect l="l" t="t" r="r" b="b"/>
            <a:pathLst>
              <a:path w="3708000" h="5143500">
                <a:moveTo>
                  <a:pt x="142240" y="2070213"/>
                </a:moveTo>
                <a:cubicBezTo>
                  <a:pt x="135327" y="2070030"/>
                  <a:pt x="129566" y="2075207"/>
                  <a:pt x="129373" y="2081770"/>
                </a:cubicBezTo>
                <a:cubicBezTo>
                  <a:pt x="129373" y="2081784"/>
                  <a:pt x="129373" y="2081802"/>
                  <a:pt x="129373" y="2081817"/>
                </a:cubicBezTo>
                <a:cubicBezTo>
                  <a:pt x="129289" y="2088463"/>
                  <a:pt x="134903" y="2093912"/>
                  <a:pt x="141900" y="2093986"/>
                </a:cubicBezTo>
                <a:cubicBezTo>
                  <a:pt x="148681" y="2093982"/>
                  <a:pt x="154228" y="2088862"/>
                  <a:pt x="154416" y="2082425"/>
                </a:cubicBezTo>
                <a:cubicBezTo>
                  <a:pt x="154608" y="2075863"/>
                  <a:pt x="149155" y="2070395"/>
                  <a:pt x="142240" y="2070213"/>
                </a:cubicBezTo>
                <a:close/>
                <a:moveTo>
                  <a:pt x="142531" y="1765449"/>
                </a:moveTo>
                <a:cubicBezTo>
                  <a:pt x="128673" y="1765111"/>
                  <a:pt x="117153" y="1775503"/>
                  <a:pt x="116798" y="1788657"/>
                </a:cubicBezTo>
                <a:cubicBezTo>
                  <a:pt x="116798" y="1788675"/>
                  <a:pt x="116798" y="1788689"/>
                  <a:pt x="116798" y="1788707"/>
                </a:cubicBezTo>
                <a:cubicBezTo>
                  <a:pt x="116635" y="1802020"/>
                  <a:pt x="127874" y="1812936"/>
                  <a:pt x="141899" y="1813090"/>
                </a:cubicBezTo>
                <a:cubicBezTo>
                  <a:pt x="155511" y="1813086"/>
                  <a:pt x="166635" y="1802788"/>
                  <a:pt x="166987" y="1789873"/>
                </a:cubicBezTo>
                <a:cubicBezTo>
                  <a:pt x="167337" y="1776720"/>
                  <a:pt x="156393" y="1765781"/>
                  <a:pt x="142531" y="1765449"/>
                </a:cubicBezTo>
                <a:close/>
                <a:moveTo>
                  <a:pt x="142240" y="1484172"/>
                </a:moveTo>
                <a:cubicBezTo>
                  <a:pt x="135326" y="1483989"/>
                  <a:pt x="129565" y="1489166"/>
                  <a:pt x="129373" y="1495729"/>
                </a:cubicBezTo>
                <a:cubicBezTo>
                  <a:pt x="129373" y="1495776"/>
                  <a:pt x="129373" y="1495823"/>
                  <a:pt x="129373" y="1495874"/>
                </a:cubicBezTo>
                <a:cubicBezTo>
                  <a:pt x="129319" y="1502488"/>
                  <a:pt x="134926" y="1507895"/>
                  <a:pt x="141899" y="1507945"/>
                </a:cubicBezTo>
                <a:cubicBezTo>
                  <a:pt x="148680" y="1507941"/>
                  <a:pt x="154228" y="1502821"/>
                  <a:pt x="154416" y="1496384"/>
                </a:cubicBezTo>
                <a:cubicBezTo>
                  <a:pt x="154608" y="1489822"/>
                  <a:pt x="149154" y="1484354"/>
                  <a:pt x="142240" y="1484172"/>
                </a:cubicBezTo>
                <a:close/>
                <a:moveTo>
                  <a:pt x="142240" y="1191246"/>
                </a:moveTo>
                <a:cubicBezTo>
                  <a:pt x="135326" y="1191064"/>
                  <a:pt x="129565" y="1196240"/>
                  <a:pt x="129373" y="1202803"/>
                </a:cubicBezTo>
                <a:cubicBezTo>
                  <a:pt x="129373" y="1202850"/>
                  <a:pt x="129373" y="1202897"/>
                  <a:pt x="129373" y="1202948"/>
                </a:cubicBezTo>
                <a:cubicBezTo>
                  <a:pt x="129319" y="1209562"/>
                  <a:pt x="134926" y="1214969"/>
                  <a:pt x="141899" y="1215019"/>
                </a:cubicBezTo>
                <a:cubicBezTo>
                  <a:pt x="148680" y="1215015"/>
                  <a:pt x="154228" y="1209895"/>
                  <a:pt x="154416" y="1203458"/>
                </a:cubicBezTo>
                <a:cubicBezTo>
                  <a:pt x="154608" y="1196896"/>
                  <a:pt x="149154" y="1191428"/>
                  <a:pt x="142240" y="1191246"/>
                </a:cubicBezTo>
                <a:close/>
                <a:moveTo>
                  <a:pt x="142191" y="898320"/>
                </a:moveTo>
                <a:cubicBezTo>
                  <a:pt x="135277" y="898165"/>
                  <a:pt x="129537" y="903361"/>
                  <a:pt x="129373" y="909924"/>
                </a:cubicBezTo>
                <a:cubicBezTo>
                  <a:pt x="129294" y="916570"/>
                  <a:pt x="134903" y="922019"/>
                  <a:pt x="141900" y="922093"/>
                </a:cubicBezTo>
                <a:cubicBezTo>
                  <a:pt x="148701" y="922093"/>
                  <a:pt x="154258" y="916941"/>
                  <a:pt x="154421" y="910486"/>
                </a:cubicBezTo>
                <a:cubicBezTo>
                  <a:pt x="154583" y="903923"/>
                  <a:pt x="149109" y="898474"/>
                  <a:pt x="142191" y="898320"/>
                </a:cubicBezTo>
                <a:close/>
                <a:moveTo>
                  <a:pt x="142486" y="593738"/>
                </a:moveTo>
                <a:cubicBezTo>
                  <a:pt x="128623" y="593429"/>
                  <a:pt x="117123" y="603844"/>
                  <a:pt x="116798" y="616998"/>
                </a:cubicBezTo>
                <a:cubicBezTo>
                  <a:pt x="116660" y="630301"/>
                  <a:pt x="127884" y="641207"/>
                  <a:pt x="141900" y="641384"/>
                </a:cubicBezTo>
                <a:cubicBezTo>
                  <a:pt x="155531" y="641381"/>
                  <a:pt x="166666" y="631054"/>
                  <a:pt x="166986" y="618121"/>
                </a:cubicBezTo>
                <a:cubicBezTo>
                  <a:pt x="167312" y="604968"/>
                  <a:pt x="156344" y="594052"/>
                  <a:pt x="142486" y="593738"/>
                </a:cubicBezTo>
                <a:close/>
                <a:moveTo>
                  <a:pt x="142191" y="312467"/>
                </a:moveTo>
                <a:cubicBezTo>
                  <a:pt x="135277" y="312312"/>
                  <a:pt x="129537" y="317508"/>
                  <a:pt x="129373" y="324071"/>
                </a:cubicBezTo>
                <a:cubicBezTo>
                  <a:pt x="129294" y="330717"/>
                  <a:pt x="134903" y="336166"/>
                  <a:pt x="141900" y="336240"/>
                </a:cubicBezTo>
                <a:cubicBezTo>
                  <a:pt x="148701" y="336240"/>
                  <a:pt x="154258" y="331088"/>
                  <a:pt x="154421" y="324633"/>
                </a:cubicBezTo>
                <a:cubicBezTo>
                  <a:pt x="154583" y="318071"/>
                  <a:pt x="149109" y="312621"/>
                  <a:pt x="142191" y="312467"/>
                </a:cubicBezTo>
                <a:close/>
                <a:moveTo>
                  <a:pt x="0" y="0"/>
                </a:moveTo>
                <a:lnTo>
                  <a:pt x="3708000" y="0"/>
                </a:lnTo>
                <a:lnTo>
                  <a:pt x="3708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picture</a:t>
            </a:r>
          </a:p>
        </p:txBody>
      </p:sp>
      <p:sp>
        <p:nvSpPr>
          <p:cNvPr id="75" name="Dots">
            <a:extLst>
              <a:ext uri="{FF2B5EF4-FFF2-40B4-BE49-F238E27FC236}">
                <a16:creationId xmlns:a16="http://schemas.microsoft.com/office/drawing/2014/main" id="{2E3B1537-5542-4DE2-9E35-373E9D811F5A}"/>
              </a:ext>
            </a:extLst>
          </p:cNvPr>
          <p:cNvSpPr/>
          <p:nvPr userDrawn="1"/>
        </p:nvSpPr>
        <p:spPr>
          <a:xfrm rot="16200000">
            <a:off x="5044897" y="368048"/>
            <a:ext cx="2390908" cy="2456960"/>
          </a:xfrm>
          <a:custGeom>
            <a:avLst/>
            <a:gdLst>
              <a:gd name="connsiteX0" fmla="*/ 23773 w 1793181"/>
              <a:gd name="connsiteY0" fmla="*/ 1817965 h 1842720"/>
              <a:gd name="connsiteX1" fmla="*/ 11561 w 1793181"/>
              <a:gd name="connsiteY1" fmla="*/ 1830141 h 1842720"/>
              <a:gd name="connsiteX2" fmla="*/ 0 w 1793181"/>
              <a:gd name="connsiteY2" fmla="*/ 1817625 h 1842720"/>
              <a:gd name="connsiteX3" fmla="*/ 12169 w 1793181"/>
              <a:gd name="connsiteY3" fmla="*/ 1805098 h 1842720"/>
              <a:gd name="connsiteX4" fmla="*/ 12216 w 1793181"/>
              <a:gd name="connsiteY4" fmla="*/ 1805098 h 1842720"/>
              <a:gd name="connsiteX5" fmla="*/ 23773 w 1793181"/>
              <a:gd name="connsiteY5" fmla="*/ 1817965 h 1842720"/>
              <a:gd name="connsiteX6" fmla="*/ 328537 w 1793181"/>
              <a:gd name="connsiteY6" fmla="*/ 1818256 h 1842720"/>
              <a:gd name="connsiteX7" fmla="*/ 304113 w 1793181"/>
              <a:gd name="connsiteY7" fmla="*/ 1842712 h 1842720"/>
              <a:gd name="connsiteX8" fmla="*/ 280896 w 1793181"/>
              <a:gd name="connsiteY8" fmla="*/ 1817624 h 1842720"/>
              <a:gd name="connsiteX9" fmla="*/ 305279 w 1793181"/>
              <a:gd name="connsiteY9" fmla="*/ 1792523 h 1842720"/>
              <a:gd name="connsiteX10" fmla="*/ 305329 w 1793181"/>
              <a:gd name="connsiteY10" fmla="*/ 1792523 h 1842720"/>
              <a:gd name="connsiteX11" fmla="*/ 328537 w 1793181"/>
              <a:gd name="connsiteY11" fmla="*/ 1818256 h 1842720"/>
              <a:gd name="connsiteX12" fmla="*/ 340145 w 1793181"/>
              <a:gd name="connsiteY12" fmla="*/ 1517734 h 1842720"/>
              <a:gd name="connsiteX13" fmla="*/ 303550 w 1793181"/>
              <a:gd name="connsiteY13" fmla="*/ 1554409 h 1842720"/>
              <a:gd name="connsiteX14" fmla="*/ 268726 w 1793181"/>
              <a:gd name="connsiteY14" fmla="*/ 1516758 h 1842720"/>
              <a:gd name="connsiteX15" fmla="*/ 305324 w 1793181"/>
              <a:gd name="connsiteY15" fmla="*/ 1479179 h 1842720"/>
              <a:gd name="connsiteX16" fmla="*/ 305329 w 1793181"/>
              <a:gd name="connsiteY16" fmla="*/ 1479179 h 1842720"/>
              <a:gd name="connsiteX17" fmla="*/ 340145 w 1793181"/>
              <a:gd name="connsiteY17" fmla="*/ 1517734 h 1842720"/>
              <a:gd name="connsiteX18" fmla="*/ 609814 w 1793181"/>
              <a:gd name="connsiteY18" fmla="*/ 1817965 h 1842720"/>
              <a:gd name="connsiteX19" fmla="*/ 597602 w 1793181"/>
              <a:gd name="connsiteY19" fmla="*/ 1830141 h 1842720"/>
              <a:gd name="connsiteX20" fmla="*/ 586041 w 1793181"/>
              <a:gd name="connsiteY20" fmla="*/ 1817624 h 1842720"/>
              <a:gd name="connsiteX21" fmla="*/ 598112 w 1793181"/>
              <a:gd name="connsiteY21" fmla="*/ 1805098 h 1842720"/>
              <a:gd name="connsiteX22" fmla="*/ 598257 w 1793181"/>
              <a:gd name="connsiteY22" fmla="*/ 1805098 h 1842720"/>
              <a:gd name="connsiteX23" fmla="*/ 609814 w 1793181"/>
              <a:gd name="connsiteY23" fmla="*/ 1817965 h 1842720"/>
              <a:gd name="connsiteX24" fmla="*/ 609907 w 1793181"/>
              <a:gd name="connsiteY24" fmla="*/ 1216232 h 1842720"/>
              <a:gd name="connsiteX25" fmla="*/ 597695 w 1793181"/>
              <a:gd name="connsiteY25" fmla="*/ 1228511 h 1842720"/>
              <a:gd name="connsiteX26" fmla="*/ 586040 w 1793181"/>
              <a:gd name="connsiteY26" fmla="*/ 1215892 h 1842720"/>
              <a:gd name="connsiteX27" fmla="*/ 598210 w 1793181"/>
              <a:gd name="connsiteY27" fmla="*/ 1203366 h 1842720"/>
              <a:gd name="connsiteX28" fmla="*/ 598257 w 1793181"/>
              <a:gd name="connsiteY28" fmla="*/ 1203366 h 1842720"/>
              <a:gd name="connsiteX29" fmla="*/ 609907 w 1793181"/>
              <a:gd name="connsiteY29" fmla="*/ 1216232 h 1842720"/>
              <a:gd name="connsiteX30" fmla="*/ 621464 w 1793181"/>
              <a:gd name="connsiteY30" fmla="*/ 1517438 h 1842720"/>
              <a:gd name="connsiteX31" fmla="*/ 597040 w 1793181"/>
              <a:gd name="connsiteY31" fmla="*/ 1541894 h 1842720"/>
              <a:gd name="connsiteX32" fmla="*/ 573823 w 1793181"/>
              <a:gd name="connsiteY32" fmla="*/ 1516757 h 1842720"/>
              <a:gd name="connsiteX33" fmla="*/ 598159 w 1793181"/>
              <a:gd name="connsiteY33" fmla="*/ 1491706 h 1842720"/>
              <a:gd name="connsiteX34" fmla="*/ 598256 w 1793181"/>
              <a:gd name="connsiteY34" fmla="*/ 1491706 h 1842720"/>
              <a:gd name="connsiteX35" fmla="*/ 621464 w 1793181"/>
              <a:gd name="connsiteY35" fmla="*/ 1517438 h 1842720"/>
              <a:gd name="connsiteX36" fmla="*/ 621464 w 1793181"/>
              <a:gd name="connsiteY36" fmla="*/ 915705 h 1842720"/>
              <a:gd name="connsiteX37" fmla="*/ 597040 w 1793181"/>
              <a:gd name="connsiteY37" fmla="*/ 940161 h 1842720"/>
              <a:gd name="connsiteX38" fmla="*/ 573823 w 1793181"/>
              <a:gd name="connsiteY38" fmla="*/ 915075 h 1842720"/>
              <a:gd name="connsiteX39" fmla="*/ 598206 w 1793181"/>
              <a:gd name="connsiteY39" fmla="*/ 889973 h 1842720"/>
              <a:gd name="connsiteX40" fmla="*/ 598256 w 1793181"/>
              <a:gd name="connsiteY40" fmla="*/ 889973 h 1842720"/>
              <a:gd name="connsiteX41" fmla="*/ 621464 w 1793181"/>
              <a:gd name="connsiteY41" fmla="*/ 915705 h 1842720"/>
              <a:gd name="connsiteX42" fmla="*/ 902740 w 1793181"/>
              <a:gd name="connsiteY42" fmla="*/ 1817965 h 1842720"/>
              <a:gd name="connsiteX43" fmla="*/ 890528 w 1793181"/>
              <a:gd name="connsiteY43" fmla="*/ 1830141 h 1842720"/>
              <a:gd name="connsiteX44" fmla="*/ 878967 w 1793181"/>
              <a:gd name="connsiteY44" fmla="*/ 1817624 h 1842720"/>
              <a:gd name="connsiteX45" fmla="*/ 891038 w 1793181"/>
              <a:gd name="connsiteY45" fmla="*/ 1805098 h 1842720"/>
              <a:gd name="connsiteX46" fmla="*/ 891183 w 1793181"/>
              <a:gd name="connsiteY46" fmla="*/ 1805098 h 1842720"/>
              <a:gd name="connsiteX47" fmla="*/ 902740 w 1793181"/>
              <a:gd name="connsiteY47" fmla="*/ 1817965 h 1842720"/>
              <a:gd name="connsiteX48" fmla="*/ 902740 w 1793181"/>
              <a:gd name="connsiteY48" fmla="*/ 1517097 h 1842720"/>
              <a:gd name="connsiteX49" fmla="*/ 890528 w 1793181"/>
              <a:gd name="connsiteY49" fmla="*/ 1529273 h 1842720"/>
              <a:gd name="connsiteX50" fmla="*/ 878967 w 1793181"/>
              <a:gd name="connsiteY50" fmla="*/ 1516757 h 1842720"/>
              <a:gd name="connsiteX51" fmla="*/ 891136 w 1793181"/>
              <a:gd name="connsiteY51" fmla="*/ 1504231 h 1842720"/>
              <a:gd name="connsiteX52" fmla="*/ 891183 w 1793181"/>
              <a:gd name="connsiteY52" fmla="*/ 1504231 h 1842720"/>
              <a:gd name="connsiteX53" fmla="*/ 902740 w 1793181"/>
              <a:gd name="connsiteY53" fmla="*/ 1517097 h 1842720"/>
              <a:gd name="connsiteX54" fmla="*/ 914390 w 1793181"/>
              <a:gd name="connsiteY54" fmla="*/ 1216571 h 1842720"/>
              <a:gd name="connsiteX55" fmla="*/ 889966 w 1793181"/>
              <a:gd name="connsiteY55" fmla="*/ 1241026 h 1842720"/>
              <a:gd name="connsiteX56" fmla="*/ 866749 w 1793181"/>
              <a:gd name="connsiteY56" fmla="*/ 1215890 h 1842720"/>
              <a:gd name="connsiteX57" fmla="*/ 891179 w 1793181"/>
              <a:gd name="connsiteY57" fmla="*/ 1190839 h 1842720"/>
              <a:gd name="connsiteX58" fmla="*/ 891182 w 1793181"/>
              <a:gd name="connsiteY58" fmla="*/ 1190839 h 1842720"/>
              <a:gd name="connsiteX59" fmla="*/ 914390 w 1793181"/>
              <a:gd name="connsiteY59" fmla="*/ 1216571 h 1842720"/>
              <a:gd name="connsiteX60" fmla="*/ 914954 w 1793181"/>
              <a:gd name="connsiteY60" fmla="*/ 614844 h 1842720"/>
              <a:gd name="connsiteX61" fmla="*/ 890571 w 1793181"/>
              <a:gd name="connsiteY61" fmla="*/ 639343 h 1842720"/>
              <a:gd name="connsiteX62" fmla="*/ 867308 w 1793181"/>
              <a:gd name="connsiteY62" fmla="*/ 614257 h 1842720"/>
              <a:gd name="connsiteX63" fmla="*/ 891694 w 1793181"/>
              <a:gd name="connsiteY63" fmla="*/ 589157 h 1842720"/>
              <a:gd name="connsiteX64" fmla="*/ 914954 w 1793181"/>
              <a:gd name="connsiteY64" fmla="*/ 614844 h 1842720"/>
              <a:gd name="connsiteX65" fmla="*/ 925949 w 1793181"/>
              <a:gd name="connsiteY65" fmla="*/ 916046 h 1842720"/>
              <a:gd name="connsiteX66" fmla="*/ 889311 w 1793181"/>
              <a:gd name="connsiteY66" fmla="*/ 952677 h 1842720"/>
              <a:gd name="connsiteX67" fmla="*/ 854533 w 1793181"/>
              <a:gd name="connsiteY67" fmla="*/ 915075 h 1842720"/>
              <a:gd name="connsiteX68" fmla="*/ 891179 w 1793181"/>
              <a:gd name="connsiteY68" fmla="*/ 877447 h 1842720"/>
              <a:gd name="connsiteX69" fmla="*/ 891183 w 1793181"/>
              <a:gd name="connsiteY69" fmla="*/ 877447 h 1842720"/>
              <a:gd name="connsiteX70" fmla="*/ 925949 w 1793181"/>
              <a:gd name="connsiteY70" fmla="*/ 916046 h 1842720"/>
              <a:gd name="connsiteX71" fmla="*/ 1195666 w 1793181"/>
              <a:gd name="connsiteY71" fmla="*/ 1817916 h 1842720"/>
              <a:gd name="connsiteX72" fmla="*/ 1183500 w 1793181"/>
              <a:gd name="connsiteY72" fmla="*/ 1830146 h 1842720"/>
              <a:gd name="connsiteX73" fmla="*/ 1171893 w 1793181"/>
              <a:gd name="connsiteY73" fmla="*/ 1817625 h 1842720"/>
              <a:gd name="connsiteX74" fmla="*/ 1184062 w 1793181"/>
              <a:gd name="connsiteY74" fmla="*/ 1805098 h 1842720"/>
              <a:gd name="connsiteX75" fmla="*/ 1195666 w 1793181"/>
              <a:gd name="connsiteY75" fmla="*/ 1817916 h 1842720"/>
              <a:gd name="connsiteX76" fmla="*/ 1195666 w 1793181"/>
              <a:gd name="connsiteY76" fmla="*/ 614499 h 1842720"/>
              <a:gd name="connsiteX77" fmla="*/ 1183500 w 1793181"/>
              <a:gd name="connsiteY77" fmla="*/ 626728 h 1842720"/>
              <a:gd name="connsiteX78" fmla="*/ 1171893 w 1793181"/>
              <a:gd name="connsiteY78" fmla="*/ 614208 h 1842720"/>
              <a:gd name="connsiteX79" fmla="*/ 1184062 w 1793181"/>
              <a:gd name="connsiteY79" fmla="*/ 601683 h 1842720"/>
              <a:gd name="connsiteX80" fmla="*/ 1195666 w 1793181"/>
              <a:gd name="connsiteY80" fmla="*/ 614499 h 1842720"/>
              <a:gd name="connsiteX81" fmla="*/ 1195759 w 1793181"/>
              <a:gd name="connsiteY81" fmla="*/ 1216187 h 1842720"/>
              <a:gd name="connsiteX82" fmla="*/ 1183594 w 1793181"/>
              <a:gd name="connsiteY82" fmla="*/ 1228511 h 1842720"/>
              <a:gd name="connsiteX83" fmla="*/ 1171892 w 1793181"/>
              <a:gd name="connsiteY83" fmla="*/ 1215891 h 1842720"/>
              <a:gd name="connsiteX84" fmla="*/ 1184062 w 1793181"/>
              <a:gd name="connsiteY84" fmla="*/ 1203366 h 1842720"/>
              <a:gd name="connsiteX85" fmla="*/ 1195759 w 1793181"/>
              <a:gd name="connsiteY85" fmla="*/ 1216187 h 1842720"/>
              <a:gd name="connsiteX86" fmla="*/ 1207321 w 1793181"/>
              <a:gd name="connsiteY86" fmla="*/ 1517394 h 1842720"/>
              <a:gd name="connsiteX87" fmla="*/ 1182939 w 1793181"/>
              <a:gd name="connsiteY87" fmla="*/ 1541894 h 1842720"/>
              <a:gd name="connsiteX88" fmla="*/ 1159675 w 1793181"/>
              <a:gd name="connsiteY88" fmla="*/ 1516757 h 1842720"/>
              <a:gd name="connsiteX89" fmla="*/ 1184062 w 1793181"/>
              <a:gd name="connsiteY89" fmla="*/ 1491706 h 1842720"/>
              <a:gd name="connsiteX90" fmla="*/ 1207321 w 1793181"/>
              <a:gd name="connsiteY90" fmla="*/ 1517394 h 1842720"/>
              <a:gd name="connsiteX91" fmla="*/ 1207322 w 1793181"/>
              <a:gd name="connsiteY91" fmla="*/ 915661 h 1842720"/>
              <a:gd name="connsiteX92" fmla="*/ 1182939 w 1793181"/>
              <a:gd name="connsiteY92" fmla="*/ 940160 h 1842720"/>
              <a:gd name="connsiteX93" fmla="*/ 1159676 w 1793181"/>
              <a:gd name="connsiteY93" fmla="*/ 915074 h 1842720"/>
              <a:gd name="connsiteX94" fmla="*/ 1184062 w 1793181"/>
              <a:gd name="connsiteY94" fmla="*/ 889974 h 1842720"/>
              <a:gd name="connsiteX95" fmla="*/ 1207322 w 1793181"/>
              <a:gd name="connsiteY95" fmla="*/ 915661 h 1842720"/>
              <a:gd name="connsiteX96" fmla="*/ 1488593 w 1793181"/>
              <a:gd name="connsiteY96" fmla="*/ 915365 h 1842720"/>
              <a:gd name="connsiteX97" fmla="*/ 1476427 w 1793181"/>
              <a:gd name="connsiteY97" fmla="*/ 927595 h 1842720"/>
              <a:gd name="connsiteX98" fmla="*/ 1464819 w 1793181"/>
              <a:gd name="connsiteY98" fmla="*/ 915075 h 1842720"/>
              <a:gd name="connsiteX99" fmla="*/ 1476989 w 1793181"/>
              <a:gd name="connsiteY99" fmla="*/ 902549 h 1842720"/>
              <a:gd name="connsiteX100" fmla="*/ 1488593 w 1793181"/>
              <a:gd name="connsiteY100" fmla="*/ 915365 h 1842720"/>
              <a:gd name="connsiteX101" fmla="*/ 1500150 w 1793181"/>
              <a:gd name="connsiteY101" fmla="*/ 614839 h 1842720"/>
              <a:gd name="connsiteX102" fmla="*/ 1475772 w 1793181"/>
              <a:gd name="connsiteY102" fmla="*/ 639245 h 1842720"/>
              <a:gd name="connsiteX103" fmla="*/ 1452603 w 1793181"/>
              <a:gd name="connsiteY103" fmla="*/ 614209 h 1842720"/>
              <a:gd name="connsiteX104" fmla="*/ 1476989 w 1793181"/>
              <a:gd name="connsiteY104" fmla="*/ 589157 h 1842720"/>
              <a:gd name="connsiteX105" fmla="*/ 1500150 w 1793181"/>
              <a:gd name="connsiteY105" fmla="*/ 614839 h 1842720"/>
              <a:gd name="connsiteX106" fmla="*/ 1500248 w 1793181"/>
              <a:gd name="connsiteY106" fmla="*/ 1818211 h 1842720"/>
              <a:gd name="connsiteX107" fmla="*/ 1475865 w 1793181"/>
              <a:gd name="connsiteY107" fmla="*/ 1842711 h 1842720"/>
              <a:gd name="connsiteX108" fmla="*/ 1452602 w 1793181"/>
              <a:gd name="connsiteY108" fmla="*/ 1817625 h 1842720"/>
              <a:gd name="connsiteX109" fmla="*/ 1476988 w 1793181"/>
              <a:gd name="connsiteY109" fmla="*/ 1792523 h 1842720"/>
              <a:gd name="connsiteX110" fmla="*/ 1500248 w 1793181"/>
              <a:gd name="connsiteY110" fmla="*/ 1818211 h 1842720"/>
              <a:gd name="connsiteX111" fmla="*/ 1500248 w 1793181"/>
              <a:gd name="connsiteY111" fmla="*/ 1216527 h 1842720"/>
              <a:gd name="connsiteX112" fmla="*/ 1475865 w 1793181"/>
              <a:gd name="connsiteY112" fmla="*/ 1241027 h 1842720"/>
              <a:gd name="connsiteX113" fmla="*/ 1452602 w 1793181"/>
              <a:gd name="connsiteY113" fmla="*/ 1215892 h 1842720"/>
              <a:gd name="connsiteX114" fmla="*/ 1476988 w 1793181"/>
              <a:gd name="connsiteY114" fmla="*/ 1190841 h 1842720"/>
              <a:gd name="connsiteX115" fmla="*/ 1500248 w 1793181"/>
              <a:gd name="connsiteY115" fmla="*/ 1216527 h 1842720"/>
              <a:gd name="connsiteX116" fmla="*/ 1511805 w 1793181"/>
              <a:gd name="connsiteY116" fmla="*/ 1517734 h 1842720"/>
              <a:gd name="connsiteX117" fmla="*/ 1475210 w 1793181"/>
              <a:gd name="connsiteY117" fmla="*/ 1554408 h 1842720"/>
              <a:gd name="connsiteX118" fmla="*/ 1440385 w 1793181"/>
              <a:gd name="connsiteY118" fmla="*/ 1516757 h 1842720"/>
              <a:gd name="connsiteX119" fmla="*/ 1476988 w 1793181"/>
              <a:gd name="connsiteY119" fmla="*/ 1479180 h 1842720"/>
              <a:gd name="connsiteX120" fmla="*/ 1511805 w 1793181"/>
              <a:gd name="connsiteY120" fmla="*/ 1517734 h 1842720"/>
              <a:gd name="connsiteX121" fmla="*/ 1511805 w 1793181"/>
              <a:gd name="connsiteY121" fmla="*/ 314319 h 1842720"/>
              <a:gd name="connsiteX122" fmla="*/ 1475210 w 1793181"/>
              <a:gd name="connsiteY122" fmla="*/ 350994 h 1842720"/>
              <a:gd name="connsiteX123" fmla="*/ 1440385 w 1793181"/>
              <a:gd name="connsiteY123" fmla="*/ 313342 h 1842720"/>
              <a:gd name="connsiteX124" fmla="*/ 1476988 w 1793181"/>
              <a:gd name="connsiteY124" fmla="*/ 275765 h 1842720"/>
              <a:gd name="connsiteX125" fmla="*/ 1511805 w 1793181"/>
              <a:gd name="connsiteY125" fmla="*/ 314319 h 1842720"/>
              <a:gd name="connsiteX126" fmla="*/ 1781519 w 1793181"/>
              <a:gd name="connsiteY126" fmla="*/ 1817916 h 1842720"/>
              <a:gd name="connsiteX127" fmla="*/ 1769353 w 1793181"/>
              <a:gd name="connsiteY127" fmla="*/ 1830146 h 1842720"/>
              <a:gd name="connsiteX128" fmla="*/ 1757746 w 1793181"/>
              <a:gd name="connsiteY128" fmla="*/ 1817625 h 1842720"/>
              <a:gd name="connsiteX129" fmla="*/ 1769915 w 1793181"/>
              <a:gd name="connsiteY129" fmla="*/ 1805098 h 1842720"/>
              <a:gd name="connsiteX130" fmla="*/ 1781519 w 1793181"/>
              <a:gd name="connsiteY130" fmla="*/ 1817916 h 1842720"/>
              <a:gd name="connsiteX131" fmla="*/ 1781519 w 1793181"/>
              <a:gd name="connsiteY131" fmla="*/ 915365 h 1842720"/>
              <a:gd name="connsiteX132" fmla="*/ 1769353 w 1793181"/>
              <a:gd name="connsiteY132" fmla="*/ 927595 h 1842720"/>
              <a:gd name="connsiteX133" fmla="*/ 1757746 w 1793181"/>
              <a:gd name="connsiteY133" fmla="*/ 915075 h 1842720"/>
              <a:gd name="connsiteX134" fmla="*/ 1769915 w 1793181"/>
              <a:gd name="connsiteY134" fmla="*/ 902549 h 1842720"/>
              <a:gd name="connsiteX135" fmla="*/ 1781519 w 1793181"/>
              <a:gd name="connsiteY135" fmla="*/ 915365 h 1842720"/>
              <a:gd name="connsiteX136" fmla="*/ 1781519 w 1793181"/>
              <a:gd name="connsiteY136" fmla="*/ 614499 h 1842720"/>
              <a:gd name="connsiteX137" fmla="*/ 1769353 w 1793181"/>
              <a:gd name="connsiteY137" fmla="*/ 626728 h 1842720"/>
              <a:gd name="connsiteX138" fmla="*/ 1757746 w 1793181"/>
              <a:gd name="connsiteY138" fmla="*/ 614208 h 1842720"/>
              <a:gd name="connsiteX139" fmla="*/ 1769915 w 1793181"/>
              <a:gd name="connsiteY139" fmla="*/ 601683 h 1842720"/>
              <a:gd name="connsiteX140" fmla="*/ 1781519 w 1793181"/>
              <a:gd name="connsiteY140" fmla="*/ 614499 h 1842720"/>
              <a:gd name="connsiteX141" fmla="*/ 1781519 w 1793181"/>
              <a:gd name="connsiteY141" fmla="*/ 12816 h 1842720"/>
              <a:gd name="connsiteX142" fmla="*/ 1769353 w 1793181"/>
              <a:gd name="connsiteY142" fmla="*/ 25046 h 1842720"/>
              <a:gd name="connsiteX143" fmla="*/ 1757746 w 1793181"/>
              <a:gd name="connsiteY143" fmla="*/ 12526 h 1842720"/>
              <a:gd name="connsiteX144" fmla="*/ 1769915 w 1793181"/>
              <a:gd name="connsiteY144" fmla="*/ 0 h 1842720"/>
              <a:gd name="connsiteX145" fmla="*/ 1781519 w 1793181"/>
              <a:gd name="connsiteY145" fmla="*/ 12816 h 1842720"/>
              <a:gd name="connsiteX146" fmla="*/ 1781612 w 1793181"/>
              <a:gd name="connsiteY146" fmla="*/ 1216187 h 1842720"/>
              <a:gd name="connsiteX147" fmla="*/ 1769447 w 1793181"/>
              <a:gd name="connsiteY147" fmla="*/ 1228511 h 1842720"/>
              <a:gd name="connsiteX148" fmla="*/ 1757745 w 1793181"/>
              <a:gd name="connsiteY148" fmla="*/ 1215891 h 1842720"/>
              <a:gd name="connsiteX149" fmla="*/ 1769915 w 1793181"/>
              <a:gd name="connsiteY149" fmla="*/ 1203366 h 1842720"/>
              <a:gd name="connsiteX150" fmla="*/ 1781612 w 1793181"/>
              <a:gd name="connsiteY150" fmla="*/ 1216187 h 1842720"/>
              <a:gd name="connsiteX151" fmla="*/ 1793174 w 1793181"/>
              <a:gd name="connsiteY151" fmla="*/ 313979 h 1842720"/>
              <a:gd name="connsiteX152" fmla="*/ 1768792 w 1793181"/>
              <a:gd name="connsiteY152" fmla="*/ 338478 h 1842720"/>
              <a:gd name="connsiteX153" fmla="*/ 1745528 w 1793181"/>
              <a:gd name="connsiteY153" fmla="*/ 313342 h 1842720"/>
              <a:gd name="connsiteX154" fmla="*/ 1769916 w 1793181"/>
              <a:gd name="connsiteY154" fmla="*/ 288291 h 1842720"/>
              <a:gd name="connsiteX155" fmla="*/ 1793174 w 1793181"/>
              <a:gd name="connsiteY155" fmla="*/ 313979 h 1842720"/>
              <a:gd name="connsiteX156" fmla="*/ 1793175 w 1793181"/>
              <a:gd name="connsiteY156" fmla="*/ 1517394 h 1842720"/>
              <a:gd name="connsiteX157" fmla="*/ 1768792 w 1793181"/>
              <a:gd name="connsiteY157" fmla="*/ 1541894 h 1842720"/>
              <a:gd name="connsiteX158" fmla="*/ 1745528 w 1793181"/>
              <a:gd name="connsiteY158" fmla="*/ 1516758 h 1842720"/>
              <a:gd name="connsiteX159" fmla="*/ 1769916 w 1793181"/>
              <a:gd name="connsiteY159" fmla="*/ 1491706 h 1842720"/>
              <a:gd name="connsiteX160" fmla="*/ 1793175 w 1793181"/>
              <a:gd name="connsiteY160" fmla="*/ 1517394 h 184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</a:cxnLst>
            <a:rect l="l" t="t" r="r" b="b"/>
            <a:pathLst>
              <a:path w="1793181" h="1842720">
                <a:moveTo>
                  <a:pt x="23773" y="1817965"/>
                </a:moveTo>
                <a:cubicBezTo>
                  <a:pt x="23591" y="1824880"/>
                  <a:pt x="18123" y="1830333"/>
                  <a:pt x="11561" y="1830141"/>
                </a:cubicBezTo>
                <a:cubicBezTo>
                  <a:pt x="5124" y="1829953"/>
                  <a:pt x="4" y="1824406"/>
                  <a:pt x="0" y="1817625"/>
                </a:cubicBezTo>
                <a:cubicBezTo>
                  <a:pt x="74" y="1810628"/>
                  <a:pt x="5523" y="1805014"/>
                  <a:pt x="12169" y="1805098"/>
                </a:cubicBezTo>
                <a:cubicBezTo>
                  <a:pt x="12184" y="1805098"/>
                  <a:pt x="12202" y="1805098"/>
                  <a:pt x="12216" y="1805098"/>
                </a:cubicBezTo>
                <a:cubicBezTo>
                  <a:pt x="18779" y="1805291"/>
                  <a:pt x="23956" y="1811052"/>
                  <a:pt x="23773" y="1817965"/>
                </a:cubicBezTo>
                <a:close/>
                <a:moveTo>
                  <a:pt x="328537" y="1818256"/>
                </a:moveTo>
                <a:cubicBezTo>
                  <a:pt x="328205" y="1832118"/>
                  <a:pt x="317266" y="1843062"/>
                  <a:pt x="304113" y="1842712"/>
                </a:cubicBezTo>
                <a:cubicBezTo>
                  <a:pt x="291198" y="1842360"/>
                  <a:pt x="280900" y="1831236"/>
                  <a:pt x="280896" y="1817624"/>
                </a:cubicBezTo>
                <a:cubicBezTo>
                  <a:pt x="281050" y="1803599"/>
                  <a:pt x="291966" y="1792360"/>
                  <a:pt x="305279" y="1792523"/>
                </a:cubicBezTo>
                <a:cubicBezTo>
                  <a:pt x="305297" y="1792523"/>
                  <a:pt x="305311" y="1792523"/>
                  <a:pt x="305329" y="1792523"/>
                </a:cubicBezTo>
                <a:cubicBezTo>
                  <a:pt x="318483" y="1792878"/>
                  <a:pt x="328875" y="1804398"/>
                  <a:pt x="328537" y="1818256"/>
                </a:cubicBezTo>
                <a:close/>
                <a:moveTo>
                  <a:pt x="340145" y="1517734"/>
                </a:moveTo>
                <a:cubicBezTo>
                  <a:pt x="339654" y="1538505"/>
                  <a:pt x="323271" y="1554926"/>
                  <a:pt x="303550" y="1554409"/>
                </a:cubicBezTo>
                <a:cubicBezTo>
                  <a:pt x="284163" y="1553901"/>
                  <a:pt x="268706" y="1537188"/>
                  <a:pt x="268726" y="1516758"/>
                </a:cubicBezTo>
                <a:cubicBezTo>
                  <a:pt x="268983" y="1495735"/>
                  <a:pt x="285366" y="1478908"/>
                  <a:pt x="305324" y="1479179"/>
                </a:cubicBezTo>
                <a:cubicBezTo>
                  <a:pt x="305324" y="1479179"/>
                  <a:pt x="305329" y="1479179"/>
                  <a:pt x="305329" y="1479179"/>
                </a:cubicBezTo>
                <a:cubicBezTo>
                  <a:pt x="325050" y="1479698"/>
                  <a:pt x="340637" y="1496958"/>
                  <a:pt x="340145" y="1517734"/>
                </a:cubicBezTo>
                <a:close/>
                <a:moveTo>
                  <a:pt x="609814" y="1817965"/>
                </a:moveTo>
                <a:cubicBezTo>
                  <a:pt x="609632" y="1824879"/>
                  <a:pt x="604164" y="1830333"/>
                  <a:pt x="597602" y="1830141"/>
                </a:cubicBezTo>
                <a:cubicBezTo>
                  <a:pt x="591165" y="1829953"/>
                  <a:pt x="586045" y="1824405"/>
                  <a:pt x="586041" y="1817624"/>
                </a:cubicBezTo>
                <a:cubicBezTo>
                  <a:pt x="586091" y="1810651"/>
                  <a:pt x="591498" y="1805044"/>
                  <a:pt x="598112" y="1805098"/>
                </a:cubicBezTo>
                <a:cubicBezTo>
                  <a:pt x="598163" y="1805098"/>
                  <a:pt x="598210" y="1805098"/>
                  <a:pt x="598257" y="1805098"/>
                </a:cubicBezTo>
                <a:cubicBezTo>
                  <a:pt x="604820" y="1805290"/>
                  <a:pt x="609997" y="1811051"/>
                  <a:pt x="609814" y="1817965"/>
                </a:cubicBezTo>
                <a:close/>
                <a:moveTo>
                  <a:pt x="609907" y="1216232"/>
                </a:moveTo>
                <a:cubicBezTo>
                  <a:pt x="609753" y="1223175"/>
                  <a:pt x="604285" y="1228674"/>
                  <a:pt x="597695" y="1228511"/>
                </a:cubicBezTo>
                <a:cubicBezTo>
                  <a:pt x="591198" y="1228348"/>
                  <a:pt x="586016" y="1222742"/>
                  <a:pt x="586040" y="1215892"/>
                </a:cubicBezTo>
                <a:cubicBezTo>
                  <a:pt x="586115" y="1208894"/>
                  <a:pt x="591563" y="1203282"/>
                  <a:pt x="598210" y="1203366"/>
                </a:cubicBezTo>
                <a:cubicBezTo>
                  <a:pt x="598224" y="1203366"/>
                  <a:pt x="598242" y="1203366"/>
                  <a:pt x="598257" y="1203366"/>
                </a:cubicBezTo>
                <a:cubicBezTo>
                  <a:pt x="604847" y="1203529"/>
                  <a:pt x="610062" y="1209288"/>
                  <a:pt x="609907" y="1216232"/>
                </a:cubicBezTo>
                <a:close/>
                <a:moveTo>
                  <a:pt x="621464" y="1517438"/>
                </a:moveTo>
                <a:cubicBezTo>
                  <a:pt x="621132" y="1531300"/>
                  <a:pt x="610193" y="1542244"/>
                  <a:pt x="597040" y="1541894"/>
                </a:cubicBezTo>
                <a:cubicBezTo>
                  <a:pt x="584107" y="1541542"/>
                  <a:pt x="573800" y="1530388"/>
                  <a:pt x="573823" y="1516757"/>
                </a:cubicBezTo>
                <a:cubicBezTo>
                  <a:pt x="573977" y="1502757"/>
                  <a:pt x="584870" y="1491543"/>
                  <a:pt x="598159" y="1491706"/>
                </a:cubicBezTo>
                <a:cubicBezTo>
                  <a:pt x="598191" y="1491706"/>
                  <a:pt x="598224" y="1491706"/>
                  <a:pt x="598256" y="1491706"/>
                </a:cubicBezTo>
                <a:cubicBezTo>
                  <a:pt x="611410" y="1492061"/>
                  <a:pt x="621802" y="1503581"/>
                  <a:pt x="621464" y="1517438"/>
                </a:cubicBezTo>
                <a:close/>
                <a:moveTo>
                  <a:pt x="621464" y="915705"/>
                </a:moveTo>
                <a:cubicBezTo>
                  <a:pt x="621132" y="929567"/>
                  <a:pt x="610193" y="940511"/>
                  <a:pt x="597040" y="940161"/>
                </a:cubicBezTo>
                <a:cubicBezTo>
                  <a:pt x="584125" y="939811"/>
                  <a:pt x="573827" y="928685"/>
                  <a:pt x="573823" y="915075"/>
                </a:cubicBezTo>
                <a:cubicBezTo>
                  <a:pt x="573977" y="901049"/>
                  <a:pt x="584893" y="889811"/>
                  <a:pt x="598206" y="889973"/>
                </a:cubicBezTo>
                <a:cubicBezTo>
                  <a:pt x="598224" y="889973"/>
                  <a:pt x="598238" y="889973"/>
                  <a:pt x="598256" y="889973"/>
                </a:cubicBezTo>
                <a:cubicBezTo>
                  <a:pt x="611410" y="890328"/>
                  <a:pt x="621802" y="901848"/>
                  <a:pt x="621464" y="915705"/>
                </a:cubicBezTo>
                <a:close/>
                <a:moveTo>
                  <a:pt x="902740" y="1817965"/>
                </a:moveTo>
                <a:cubicBezTo>
                  <a:pt x="902558" y="1824879"/>
                  <a:pt x="897090" y="1830333"/>
                  <a:pt x="890528" y="1830141"/>
                </a:cubicBezTo>
                <a:cubicBezTo>
                  <a:pt x="884091" y="1829953"/>
                  <a:pt x="878971" y="1824405"/>
                  <a:pt x="878967" y="1817624"/>
                </a:cubicBezTo>
                <a:cubicBezTo>
                  <a:pt x="879017" y="1810651"/>
                  <a:pt x="884424" y="1805044"/>
                  <a:pt x="891038" y="1805098"/>
                </a:cubicBezTo>
                <a:cubicBezTo>
                  <a:pt x="891089" y="1805098"/>
                  <a:pt x="891136" y="1805098"/>
                  <a:pt x="891183" y="1805098"/>
                </a:cubicBezTo>
                <a:cubicBezTo>
                  <a:pt x="897746" y="1805290"/>
                  <a:pt x="902922" y="1811051"/>
                  <a:pt x="902740" y="1817965"/>
                </a:cubicBezTo>
                <a:close/>
                <a:moveTo>
                  <a:pt x="902740" y="1517097"/>
                </a:moveTo>
                <a:cubicBezTo>
                  <a:pt x="902558" y="1524012"/>
                  <a:pt x="897090" y="1529465"/>
                  <a:pt x="890528" y="1529273"/>
                </a:cubicBezTo>
                <a:cubicBezTo>
                  <a:pt x="884091" y="1529085"/>
                  <a:pt x="878971" y="1523538"/>
                  <a:pt x="878967" y="1516757"/>
                </a:cubicBezTo>
                <a:cubicBezTo>
                  <a:pt x="879041" y="1509760"/>
                  <a:pt x="884490" y="1504148"/>
                  <a:pt x="891136" y="1504231"/>
                </a:cubicBezTo>
                <a:cubicBezTo>
                  <a:pt x="891151" y="1504231"/>
                  <a:pt x="891164" y="1504231"/>
                  <a:pt x="891183" y="1504231"/>
                </a:cubicBezTo>
                <a:cubicBezTo>
                  <a:pt x="897746" y="1504424"/>
                  <a:pt x="902922" y="1510184"/>
                  <a:pt x="902740" y="1517097"/>
                </a:cubicBezTo>
                <a:close/>
                <a:moveTo>
                  <a:pt x="914390" y="1216571"/>
                </a:moveTo>
                <a:cubicBezTo>
                  <a:pt x="914058" y="1230433"/>
                  <a:pt x="903119" y="1241376"/>
                  <a:pt x="889966" y="1241026"/>
                </a:cubicBezTo>
                <a:cubicBezTo>
                  <a:pt x="877033" y="1240676"/>
                  <a:pt x="866726" y="1229521"/>
                  <a:pt x="866749" y="1215890"/>
                </a:cubicBezTo>
                <a:cubicBezTo>
                  <a:pt x="866927" y="1201865"/>
                  <a:pt x="877866" y="1190651"/>
                  <a:pt x="891179" y="1190839"/>
                </a:cubicBezTo>
                <a:cubicBezTo>
                  <a:pt x="891179" y="1190839"/>
                  <a:pt x="891182" y="1190839"/>
                  <a:pt x="891182" y="1190839"/>
                </a:cubicBezTo>
                <a:cubicBezTo>
                  <a:pt x="904336" y="1191193"/>
                  <a:pt x="914728" y="1202713"/>
                  <a:pt x="914390" y="1216571"/>
                </a:cubicBezTo>
                <a:close/>
                <a:moveTo>
                  <a:pt x="914954" y="614844"/>
                </a:moveTo>
                <a:cubicBezTo>
                  <a:pt x="914640" y="628701"/>
                  <a:pt x="903724" y="639669"/>
                  <a:pt x="890571" y="639343"/>
                </a:cubicBezTo>
                <a:cubicBezTo>
                  <a:pt x="877638" y="639023"/>
                  <a:pt x="867312" y="627888"/>
                  <a:pt x="867308" y="614257"/>
                </a:cubicBezTo>
                <a:cubicBezTo>
                  <a:pt x="867485" y="600242"/>
                  <a:pt x="878391" y="589018"/>
                  <a:pt x="891694" y="589157"/>
                </a:cubicBezTo>
                <a:cubicBezTo>
                  <a:pt x="904848" y="589482"/>
                  <a:pt x="915263" y="600981"/>
                  <a:pt x="914954" y="614844"/>
                </a:cubicBezTo>
                <a:close/>
                <a:moveTo>
                  <a:pt x="925949" y="916046"/>
                </a:moveTo>
                <a:cubicBezTo>
                  <a:pt x="925433" y="936822"/>
                  <a:pt x="909027" y="953219"/>
                  <a:pt x="889311" y="952677"/>
                </a:cubicBezTo>
                <a:cubicBezTo>
                  <a:pt x="869961" y="952140"/>
                  <a:pt x="854537" y="935466"/>
                  <a:pt x="854533" y="915075"/>
                </a:cubicBezTo>
                <a:cubicBezTo>
                  <a:pt x="854791" y="894022"/>
                  <a:pt x="871197" y="877176"/>
                  <a:pt x="891179" y="877447"/>
                </a:cubicBezTo>
                <a:cubicBezTo>
                  <a:pt x="891179" y="877447"/>
                  <a:pt x="891183" y="877447"/>
                  <a:pt x="891183" y="877447"/>
                </a:cubicBezTo>
                <a:cubicBezTo>
                  <a:pt x="910899" y="877990"/>
                  <a:pt x="926468" y="895275"/>
                  <a:pt x="925949" y="916046"/>
                </a:cubicBezTo>
                <a:close/>
                <a:moveTo>
                  <a:pt x="1195666" y="1817916"/>
                </a:moveTo>
                <a:cubicBezTo>
                  <a:pt x="1195512" y="1824834"/>
                  <a:pt x="1190063" y="1830308"/>
                  <a:pt x="1183500" y="1830146"/>
                </a:cubicBezTo>
                <a:cubicBezTo>
                  <a:pt x="1177045" y="1829983"/>
                  <a:pt x="1171893" y="1824426"/>
                  <a:pt x="1171893" y="1817625"/>
                </a:cubicBezTo>
                <a:cubicBezTo>
                  <a:pt x="1171967" y="1810628"/>
                  <a:pt x="1177416" y="1805019"/>
                  <a:pt x="1184062" y="1805098"/>
                </a:cubicBezTo>
                <a:cubicBezTo>
                  <a:pt x="1190625" y="1805262"/>
                  <a:pt x="1195821" y="1811002"/>
                  <a:pt x="1195666" y="1817916"/>
                </a:cubicBezTo>
                <a:close/>
                <a:moveTo>
                  <a:pt x="1195666" y="614499"/>
                </a:moveTo>
                <a:cubicBezTo>
                  <a:pt x="1195512" y="621418"/>
                  <a:pt x="1190063" y="626892"/>
                  <a:pt x="1183500" y="626728"/>
                </a:cubicBezTo>
                <a:cubicBezTo>
                  <a:pt x="1177045" y="626566"/>
                  <a:pt x="1171893" y="621008"/>
                  <a:pt x="1171893" y="614208"/>
                </a:cubicBezTo>
                <a:cubicBezTo>
                  <a:pt x="1171995" y="607220"/>
                  <a:pt x="1177429" y="601628"/>
                  <a:pt x="1184062" y="601683"/>
                </a:cubicBezTo>
                <a:cubicBezTo>
                  <a:pt x="1190625" y="601845"/>
                  <a:pt x="1195821" y="607585"/>
                  <a:pt x="1195666" y="614499"/>
                </a:cubicBezTo>
                <a:close/>
                <a:moveTo>
                  <a:pt x="1195759" y="1216187"/>
                </a:moveTo>
                <a:cubicBezTo>
                  <a:pt x="1195633" y="1223131"/>
                  <a:pt x="1190184" y="1228650"/>
                  <a:pt x="1183594" y="1228511"/>
                </a:cubicBezTo>
                <a:cubicBezTo>
                  <a:pt x="1177078" y="1228378"/>
                  <a:pt x="1171869" y="1222761"/>
                  <a:pt x="1171892" y="1215891"/>
                </a:cubicBezTo>
                <a:cubicBezTo>
                  <a:pt x="1171994" y="1208904"/>
                  <a:pt x="1177429" y="1203312"/>
                  <a:pt x="1184062" y="1203366"/>
                </a:cubicBezTo>
                <a:cubicBezTo>
                  <a:pt x="1190653" y="1203504"/>
                  <a:pt x="1195891" y="1209239"/>
                  <a:pt x="1195759" y="1216187"/>
                </a:cubicBezTo>
                <a:close/>
                <a:moveTo>
                  <a:pt x="1207321" y="1517394"/>
                </a:moveTo>
                <a:cubicBezTo>
                  <a:pt x="1207007" y="1531251"/>
                  <a:pt x="1196091" y="1542218"/>
                  <a:pt x="1182939" y="1541894"/>
                </a:cubicBezTo>
                <a:cubicBezTo>
                  <a:pt x="1169987" y="1541572"/>
                  <a:pt x="1159652" y="1530408"/>
                  <a:pt x="1159675" y="1516757"/>
                </a:cubicBezTo>
                <a:cubicBezTo>
                  <a:pt x="1159852" y="1502752"/>
                  <a:pt x="1170768" y="1491543"/>
                  <a:pt x="1184062" y="1491706"/>
                </a:cubicBezTo>
                <a:cubicBezTo>
                  <a:pt x="1197215" y="1492031"/>
                  <a:pt x="1207630" y="1503532"/>
                  <a:pt x="1207321" y="1517394"/>
                </a:cubicBezTo>
                <a:close/>
                <a:moveTo>
                  <a:pt x="1207322" y="915661"/>
                </a:moveTo>
                <a:cubicBezTo>
                  <a:pt x="1207008" y="929518"/>
                  <a:pt x="1196092" y="940486"/>
                  <a:pt x="1182939" y="940160"/>
                </a:cubicBezTo>
                <a:cubicBezTo>
                  <a:pt x="1170006" y="939840"/>
                  <a:pt x="1159679" y="928705"/>
                  <a:pt x="1159676" y="915074"/>
                </a:cubicBezTo>
                <a:cubicBezTo>
                  <a:pt x="1159853" y="901059"/>
                  <a:pt x="1170759" y="889835"/>
                  <a:pt x="1184062" y="889974"/>
                </a:cubicBezTo>
                <a:cubicBezTo>
                  <a:pt x="1197216" y="890299"/>
                  <a:pt x="1207631" y="901798"/>
                  <a:pt x="1207322" y="915661"/>
                </a:cubicBezTo>
                <a:close/>
                <a:moveTo>
                  <a:pt x="1488593" y="915365"/>
                </a:moveTo>
                <a:cubicBezTo>
                  <a:pt x="1488439" y="922284"/>
                  <a:pt x="1482990" y="927758"/>
                  <a:pt x="1476427" y="927595"/>
                </a:cubicBezTo>
                <a:cubicBezTo>
                  <a:pt x="1469973" y="927432"/>
                  <a:pt x="1464819" y="921875"/>
                  <a:pt x="1464819" y="915075"/>
                </a:cubicBezTo>
                <a:cubicBezTo>
                  <a:pt x="1464895" y="908077"/>
                  <a:pt x="1470343" y="902469"/>
                  <a:pt x="1476989" y="902549"/>
                </a:cubicBezTo>
                <a:cubicBezTo>
                  <a:pt x="1483552" y="902712"/>
                  <a:pt x="1488748" y="908452"/>
                  <a:pt x="1488593" y="915365"/>
                </a:cubicBezTo>
                <a:close/>
                <a:moveTo>
                  <a:pt x="1500150" y="614839"/>
                </a:moveTo>
                <a:cubicBezTo>
                  <a:pt x="1499817" y="628672"/>
                  <a:pt x="1488901" y="639595"/>
                  <a:pt x="1475772" y="639245"/>
                </a:cubicBezTo>
                <a:cubicBezTo>
                  <a:pt x="1462886" y="638895"/>
                  <a:pt x="1452606" y="627789"/>
                  <a:pt x="1452603" y="614209"/>
                </a:cubicBezTo>
                <a:cubicBezTo>
                  <a:pt x="1452780" y="600203"/>
                  <a:pt x="1463691" y="588994"/>
                  <a:pt x="1476989" y="589157"/>
                </a:cubicBezTo>
                <a:cubicBezTo>
                  <a:pt x="1490119" y="589512"/>
                  <a:pt x="1500487" y="601012"/>
                  <a:pt x="1500150" y="614839"/>
                </a:cubicBezTo>
                <a:close/>
                <a:moveTo>
                  <a:pt x="1500248" y="1818211"/>
                </a:moveTo>
                <a:cubicBezTo>
                  <a:pt x="1499934" y="1832069"/>
                  <a:pt x="1489018" y="1843037"/>
                  <a:pt x="1475865" y="1842711"/>
                </a:cubicBezTo>
                <a:cubicBezTo>
                  <a:pt x="1462932" y="1842391"/>
                  <a:pt x="1452605" y="1831256"/>
                  <a:pt x="1452602" y="1817625"/>
                </a:cubicBezTo>
                <a:cubicBezTo>
                  <a:pt x="1452779" y="1803609"/>
                  <a:pt x="1463685" y="1792385"/>
                  <a:pt x="1476988" y="1792523"/>
                </a:cubicBezTo>
                <a:cubicBezTo>
                  <a:pt x="1490142" y="1792848"/>
                  <a:pt x="1500557" y="1804348"/>
                  <a:pt x="1500248" y="1818211"/>
                </a:cubicBezTo>
                <a:close/>
                <a:moveTo>
                  <a:pt x="1500248" y="1216527"/>
                </a:moveTo>
                <a:cubicBezTo>
                  <a:pt x="1499934" y="1230385"/>
                  <a:pt x="1489018" y="1241353"/>
                  <a:pt x="1475865" y="1241027"/>
                </a:cubicBezTo>
                <a:cubicBezTo>
                  <a:pt x="1462913" y="1240707"/>
                  <a:pt x="1452578" y="1229542"/>
                  <a:pt x="1452602" y="1215892"/>
                </a:cubicBezTo>
                <a:cubicBezTo>
                  <a:pt x="1452807" y="1201896"/>
                  <a:pt x="1463705" y="1190702"/>
                  <a:pt x="1476988" y="1190841"/>
                </a:cubicBezTo>
                <a:cubicBezTo>
                  <a:pt x="1490142" y="1191166"/>
                  <a:pt x="1500557" y="1202665"/>
                  <a:pt x="1500248" y="1216527"/>
                </a:cubicBezTo>
                <a:close/>
                <a:moveTo>
                  <a:pt x="1511805" y="1517734"/>
                </a:moveTo>
                <a:cubicBezTo>
                  <a:pt x="1511313" y="1538505"/>
                  <a:pt x="1494930" y="1554927"/>
                  <a:pt x="1475210" y="1554408"/>
                </a:cubicBezTo>
                <a:cubicBezTo>
                  <a:pt x="1455822" y="1553901"/>
                  <a:pt x="1440365" y="1537188"/>
                  <a:pt x="1440385" y="1516757"/>
                </a:cubicBezTo>
                <a:cubicBezTo>
                  <a:pt x="1440666" y="1495744"/>
                  <a:pt x="1457039" y="1478933"/>
                  <a:pt x="1476988" y="1479180"/>
                </a:cubicBezTo>
                <a:cubicBezTo>
                  <a:pt x="1496709" y="1479697"/>
                  <a:pt x="1512297" y="1496958"/>
                  <a:pt x="1511805" y="1517734"/>
                </a:cubicBezTo>
                <a:close/>
                <a:moveTo>
                  <a:pt x="1511805" y="314319"/>
                </a:moveTo>
                <a:cubicBezTo>
                  <a:pt x="1511313" y="335090"/>
                  <a:pt x="1494930" y="351512"/>
                  <a:pt x="1475210" y="350994"/>
                </a:cubicBezTo>
                <a:cubicBezTo>
                  <a:pt x="1455822" y="350486"/>
                  <a:pt x="1440365" y="333774"/>
                  <a:pt x="1440385" y="313342"/>
                </a:cubicBezTo>
                <a:cubicBezTo>
                  <a:pt x="1440666" y="292330"/>
                  <a:pt x="1457039" y="275519"/>
                  <a:pt x="1476988" y="275765"/>
                </a:cubicBezTo>
                <a:cubicBezTo>
                  <a:pt x="1496709" y="276283"/>
                  <a:pt x="1512297" y="293542"/>
                  <a:pt x="1511805" y="314319"/>
                </a:cubicBezTo>
                <a:close/>
                <a:moveTo>
                  <a:pt x="1781519" y="1817916"/>
                </a:moveTo>
                <a:cubicBezTo>
                  <a:pt x="1781365" y="1824834"/>
                  <a:pt x="1775915" y="1830308"/>
                  <a:pt x="1769353" y="1830146"/>
                </a:cubicBezTo>
                <a:cubicBezTo>
                  <a:pt x="1762898" y="1829983"/>
                  <a:pt x="1757746" y="1824426"/>
                  <a:pt x="1757746" y="1817625"/>
                </a:cubicBezTo>
                <a:cubicBezTo>
                  <a:pt x="1757820" y="1810628"/>
                  <a:pt x="1763269" y="1805019"/>
                  <a:pt x="1769915" y="1805098"/>
                </a:cubicBezTo>
                <a:cubicBezTo>
                  <a:pt x="1776478" y="1805262"/>
                  <a:pt x="1781674" y="1811002"/>
                  <a:pt x="1781519" y="1817916"/>
                </a:cubicBezTo>
                <a:close/>
                <a:moveTo>
                  <a:pt x="1781519" y="915365"/>
                </a:moveTo>
                <a:cubicBezTo>
                  <a:pt x="1781365" y="922284"/>
                  <a:pt x="1775916" y="927758"/>
                  <a:pt x="1769353" y="927595"/>
                </a:cubicBezTo>
                <a:cubicBezTo>
                  <a:pt x="1762898" y="927432"/>
                  <a:pt x="1757746" y="921875"/>
                  <a:pt x="1757746" y="915075"/>
                </a:cubicBezTo>
                <a:cubicBezTo>
                  <a:pt x="1757820" y="908077"/>
                  <a:pt x="1763269" y="902469"/>
                  <a:pt x="1769915" y="902549"/>
                </a:cubicBezTo>
                <a:cubicBezTo>
                  <a:pt x="1776478" y="902712"/>
                  <a:pt x="1781674" y="908452"/>
                  <a:pt x="1781519" y="915365"/>
                </a:cubicBezTo>
                <a:close/>
                <a:moveTo>
                  <a:pt x="1781519" y="614499"/>
                </a:moveTo>
                <a:cubicBezTo>
                  <a:pt x="1781365" y="621418"/>
                  <a:pt x="1775916" y="626892"/>
                  <a:pt x="1769353" y="626728"/>
                </a:cubicBezTo>
                <a:cubicBezTo>
                  <a:pt x="1762898" y="626566"/>
                  <a:pt x="1757746" y="621008"/>
                  <a:pt x="1757746" y="614208"/>
                </a:cubicBezTo>
                <a:cubicBezTo>
                  <a:pt x="1757848" y="607220"/>
                  <a:pt x="1763282" y="601628"/>
                  <a:pt x="1769915" y="601683"/>
                </a:cubicBezTo>
                <a:cubicBezTo>
                  <a:pt x="1776478" y="601845"/>
                  <a:pt x="1781674" y="607585"/>
                  <a:pt x="1781519" y="614499"/>
                </a:cubicBezTo>
                <a:close/>
                <a:moveTo>
                  <a:pt x="1781519" y="12816"/>
                </a:moveTo>
                <a:cubicBezTo>
                  <a:pt x="1781365" y="19735"/>
                  <a:pt x="1775916" y="25209"/>
                  <a:pt x="1769353" y="25046"/>
                </a:cubicBezTo>
                <a:cubicBezTo>
                  <a:pt x="1762898" y="24883"/>
                  <a:pt x="1757746" y="19326"/>
                  <a:pt x="1757746" y="12526"/>
                </a:cubicBezTo>
                <a:cubicBezTo>
                  <a:pt x="1757820" y="5528"/>
                  <a:pt x="1763269" y="-80"/>
                  <a:pt x="1769915" y="0"/>
                </a:cubicBezTo>
                <a:cubicBezTo>
                  <a:pt x="1776478" y="163"/>
                  <a:pt x="1781674" y="5903"/>
                  <a:pt x="1781519" y="12816"/>
                </a:cubicBezTo>
                <a:close/>
                <a:moveTo>
                  <a:pt x="1781612" y="1216187"/>
                </a:moveTo>
                <a:cubicBezTo>
                  <a:pt x="1781486" y="1223131"/>
                  <a:pt x="1776037" y="1228650"/>
                  <a:pt x="1769447" y="1228511"/>
                </a:cubicBezTo>
                <a:cubicBezTo>
                  <a:pt x="1762931" y="1228378"/>
                  <a:pt x="1757722" y="1222761"/>
                  <a:pt x="1757745" y="1215891"/>
                </a:cubicBezTo>
                <a:cubicBezTo>
                  <a:pt x="1757847" y="1208904"/>
                  <a:pt x="1763282" y="1203312"/>
                  <a:pt x="1769915" y="1203366"/>
                </a:cubicBezTo>
                <a:cubicBezTo>
                  <a:pt x="1776506" y="1203504"/>
                  <a:pt x="1781744" y="1209239"/>
                  <a:pt x="1781612" y="1216187"/>
                </a:cubicBezTo>
                <a:close/>
                <a:moveTo>
                  <a:pt x="1793174" y="313979"/>
                </a:moveTo>
                <a:cubicBezTo>
                  <a:pt x="1792860" y="327836"/>
                  <a:pt x="1781945" y="338803"/>
                  <a:pt x="1768792" y="338478"/>
                </a:cubicBezTo>
                <a:cubicBezTo>
                  <a:pt x="1755840" y="338157"/>
                  <a:pt x="1745505" y="326993"/>
                  <a:pt x="1745528" y="313342"/>
                </a:cubicBezTo>
                <a:cubicBezTo>
                  <a:pt x="1745734" y="299347"/>
                  <a:pt x="1756631" y="288152"/>
                  <a:pt x="1769916" y="288291"/>
                </a:cubicBezTo>
                <a:cubicBezTo>
                  <a:pt x="1783068" y="288617"/>
                  <a:pt x="1793483" y="300116"/>
                  <a:pt x="1793174" y="313979"/>
                </a:cubicBezTo>
                <a:close/>
                <a:moveTo>
                  <a:pt x="1793175" y="1517394"/>
                </a:moveTo>
                <a:cubicBezTo>
                  <a:pt x="1792861" y="1531251"/>
                  <a:pt x="1781945" y="1542219"/>
                  <a:pt x="1768792" y="1541894"/>
                </a:cubicBezTo>
                <a:cubicBezTo>
                  <a:pt x="1755840" y="1541573"/>
                  <a:pt x="1745505" y="1530408"/>
                  <a:pt x="1745528" y="1516758"/>
                </a:cubicBezTo>
                <a:cubicBezTo>
                  <a:pt x="1745706" y="1502753"/>
                  <a:pt x="1756622" y="1491543"/>
                  <a:pt x="1769916" y="1491706"/>
                </a:cubicBezTo>
                <a:cubicBezTo>
                  <a:pt x="1783069" y="1492032"/>
                  <a:pt x="1793484" y="1503532"/>
                  <a:pt x="1793175" y="1517394"/>
                </a:cubicBezTo>
                <a:close/>
              </a:path>
            </a:pathLst>
          </a:custGeom>
          <a:solidFill>
            <a:schemeClr val="accent1"/>
          </a:solidFill>
          <a:ln w="48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2823"/>
          </a:p>
        </p:txBody>
      </p:sp>
      <p:grpSp>
        <p:nvGrpSpPr>
          <p:cNvPr id="11" name="Graphic 19">
            <a:extLst>
              <a:ext uri="{FF2B5EF4-FFF2-40B4-BE49-F238E27FC236}">
                <a16:creationId xmlns:a16="http://schemas.microsoft.com/office/drawing/2014/main" id="{E1AED2E5-EACC-4379-8B86-BDCC33C414F2}"/>
              </a:ext>
            </a:extLst>
          </p:cNvPr>
          <p:cNvGrpSpPr/>
          <p:nvPr/>
        </p:nvGrpSpPr>
        <p:grpSpPr>
          <a:xfrm>
            <a:off x="761501" y="5976333"/>
            <a:ext cx="2046769" cy="342147"/>
            <a:chOff x="301852" y="4913727"/>
            <a:chExt cx="487916" cy="81562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6BA168-9CE4-44AB-B941-D8DA4F05E79C}"/>
                </a:ext>
              </a:extLst>
            </p:cNvPr>
            <p:cNvSpPr/>
            <p:nvPr/>
          </p:nvSpPr>
          <p:spPr>
            <a:xfrm>
              <a:off x="301852" y="4913727"/>
              <a:ext cx="47015" cy="47015"/>
            </a:xfrm>
            <a:custGeom>
              <a:avLst/>
              <a:gdLst>
                <a:gd name="connsiteX0" fmla="*/ 47016 w 47015"/>
                <a:gd name="connsiteY0" fmla="*/ 23532 h 47015"/>
                <a:gd name="connsiteX1" fmla="*/ 47016 w 47015"/>
                <a:gd name="connsiteY1" fmla="*/ 11742 h 47015"/>
                <a:gd name="connsiteX2" fmla="*/ 47016 w 47015"/>
                <a:gd name="connsiteY2" fmla="*/ 0 h 47015"/>
                <a:gd name="connsiteX3" fmla="*/ 35274 w 47015"/>
                <a:gd name="connsiteY3" fmla="*/ 0 h 47015"/>
                <a:gd name="connsiteX4" fmla="*/ 23532 w 47015"/>
                <a:gd name="connsiteY4" fmla="*/ 0 h 47015"/>
                <a:gd name="connsiteX5" fmla="*/ 23532 w 47015"/>
                <a:gd name="connsiteY5" fmla="*/ 11742 h 47015"/>
                <a:gd name="connsiteX6" fmla="*/ 11742 w 47015"/>
                <a:gd name="connsiteY6" fmla="*/ 11742 h 47015"/>
                <a:gd name="connsiteX7" fmla="*/ 11742 w 47015"/>
                <a:gd name="connsiteY7" fmla="*/ 23532 h 47015"/>
                <a:gd name="connsiteX8" fmla="*/ 0 w 47015"/>
                <a:gd name="connsiteY8" fmla="*/ 23532 h 47015"/>
                <a:gd name="connsiteX9" fmla="*/ 0 w 47015"/>
                <a:gd name="connsiteY9" fmla="*/ 35274 h 47015"/>
                <a:gd name="connsiteX10" fmla="*/ 0 w 47015"/>
                <a:gd name="connsiteY10" fmla="*/ 47016 h 47015"/>
                <a:gd name="connsiteX11" fmla="*/ 11742 w 47015"/>
                <a:gd name="connsiteY11" fmla="*/ 47016 h 47015"/>
                <a:gd name="connsiteX12" fmla="*/ 23532 w 47015"/>
                <a:gd name="connsiteY12" fmla="*/ 47016 h 47015"/>
                <a:gd name="connsiteX13" fmla="*/ 23532 w 47015"/>
                <a:gd name="connsiteY13" fmla="*/ 35274 h 47015"/>
                <a:gd name="connsiteX14" fmla="*/ 23532 w 47015"/>
                <a:gd name="connsiteY14" fmla="*/ 23532 h 47015"/>
                <a:gd name="connsiteX15" fmla="*/ 35274 w 47015"/>
                <a:gd name="connsiteY15" fmla="*/ 23532 h 47015"/>
                <a:gd name="connsiteX16" fmla="*/ 47016 w 47015"/>
                <a:gd name="connsiteY16" fmla="*/ 23532 h 4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7015" h="47015">
                  <a:moveTo>
                    <a:pt x="47016" y="23532"/>
                  </a:moveTo>
                  <a:lnTo>
                    <a:pt x="47016" y="11742"/>
                  </a:lnTo>
                  <a:lnTo>
                    <a:pt x="47016" y="0"/>
                  </a:lnTo>
                  <a:lnTo>
                    <a:pt x="35274" y="0"/>
                  </a:lnTo>
                  <a:lnTo>
                    <a:pt x="23532" y="0"/>
                  </a:lnTo>
                  <a:lnTo>
                    <a:pt x="23532" y="11742"/>
                  </a:lnTo>
                  <a:lnTo>
                    <a:pt x="11742" y="11742"/>
                  </a:lnTo>
                  <a:lnTo>
                    <a:pt x="11742" y="23532"/>
                  </a:lnTo>
                  <a:lnTo>
                    <a:pt x="0" y="23532"/>
                  </a:lnTo>
                  <a:lnTo>
                    <a:pt x="0" y="35274"/>
                  </a:lnTo>
                  <a:lnTo>
                    <a:pt x="0" y="47016"/>
                  </a:lnTo>
                  <a:lnTo>
                    <a:pt x="11742" y="47016"/>
                  </a:lnTo>
                  <a:lnTo>
                    <a:pt x="23532" y="47016"/>
                  </a:lnTo>
                  <a:lnTo>
                    <a:pt x="23532" y="35274"/>
                  </a:lnTo>
                  <a:lnTo>
                    <a:pt x="23532" y="23532"/>
                  </a:lnTo>
                  <a:lnTo>
                    <a:pt x="35274" y="23532"/>
                  </a:lnTo>
                  <a:lnTo>
                    <a:pt x="47016" y="23532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C94091C-6139-4AFE-89FC-2B31F67136BA}"/>
                </a:ext>
              </a:extLst>
            </p:cNvPr>
            <p:cNvSpPr/>
            <p:nvPr/>
          </p:nvSpPr>
          <p:spPr>
            <a:xfrm>
              <a:off x="337271" y="4972533"/>
              <a:ext cx="11741" cy="11740"/>
            </a:xfrm>
            <a:custGeom>
              <a:avLst/>
              <a:gdLst>
                <a:gd name="connsiteX0" fmla="*/ 5500 w 11741"/>
                <a:gd name="connsiteY0" fmla="*/ -430 h 11740"/>
                <a:gd name="connsiteX1" fmla="*/ -223 w 11741"/>
                <a:gd name="connsiteY1" fmla="*/ 5585 h 11740"/>
                <a:gd name="connsiteX2" fmla="*/ 5791 w 11741"/>
                <a:gd name="connsiteY2" fmla="*/ 11308 h 11740"/>
                <a:gd name="connsiteX3" fmla="*/ 11517 w 11741"/>
                <a:gd name="connsiteY3" fmla="*/ 5441 h 11740"/>
                <a:gd name="connsiteX4" fmla="*/ 5646 w 11741"/>
                <a:gd name="connsiteY4" fmla="*/ -430 h 11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0">
                  <a:moveTo>
                    <a:pt x="5500" y="-430"/>
                  </a:moveTo>
                  <a:cubicBezTo>
                    <a:pt x="2259" y="-350"/>
                    <a:pt x="-304" y="2343"/>
                    <a:pt x="-223" y="5585"/>
                  </a:cubicBezTo>
                  <a:cubicBezTo>
                    <a:pt x="-143" y="8826"/>
                    <a:pt x="2550" y="11389"/>
                    <a:pt x="5791" y="11308"/>
                  </a:cubicBezTo>
                  <a:cubicBezTo>
                    <a:pt x="8975" y="11229"/>
                    <a:pt x="11516" y="8626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373ACD1-A8F0-4238-BB65-845CC0309217}"/>
                </a:ext>
              </a:extLst>
            </p:cNvPr>
            <p:cNvSpPr/>
            <p:nvPr/>
          </p:nvSpPr>
          <p:spPr>
            <a:xfrm>
              <a:off x="348867" y="4972533"/>
              <a:ext cx="11741" cy="11741"/>
            </a:xfrm>
            <a:custGeom>
              <a:avLst/>
              <a:gdLst>
                <a:gd name="connsiteX0" fmla="*/ 5646 w 11741"/>
                <a:gd name="connsiteY0" fmla="*/ -430 h 11741"/>
                <a:gd name="connsiteX1" fmla="*/ -225 w 11741"/>
                <a:gd name="connsiteY1" fmla="*/ 5441 h 11741"/>
                <a:gd name="connsiteX2" fmla="*/ 5646 w 11741"/>
                <a:gd name="connsiteY2" fmla="*/ 11312 h 11741"/>
                <a:gd name="connsiteX3" fmla="*/ 11517 w 11741"/>
                <a:gd name="connsiteY3" fmla="*/ 5441 h 11741"/>
                <a:gd name="connsiteX4" fmla="*/ 5646 w 11741"/>
                <a:gd name="connsiteY4" fmla="*/ -430 h 117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41" h="11741">
                  <a:moveTo>
                    <a:pt x="5646" y="-430"/>
                  </a:moveTo>
                  <a:cubicBezTo>
                    <a:pt x="2403" y="-430"/>
                    <a:pt x="-225" y="2199"/>
                    <a:pt x="-225" y="5441"/>
                  </a:cubicBezTo>
                  <a:cubicBezTo>
                    <a:pt x="-225" y="8683"/>
                    <a:pt x="2403" y="11312"/>
                    <a:pt x="5646" y="11312"/>
                  </a:cubicBezTo>
                  <a:cubicBezTo>
                    <a:pt x="8888" y="11312"/>
                    <a:pt x="11517" y="8683"/>
                    <a:pt x="11517" y="5441"/>
                  </a:cubicBezTo>
                  <a:cubicBezTo>
                    <a:pt x="11517" y="2198"/>
                    <a:pt x="8888" y="-430"/>
                    <a:pt x="5646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567C362-E84E-440A-8FB1-AEE702C8EE7E}"/>
                </a:ext>
              </a:extLst>
            </p:cNvPr>
            <p:cNvSpPr/>
            <p:nvPr/>
          </p:nvSpPr>
          <p:spPr>
            <a:xfrm>
              <a:off x="361337" y="4973260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4458EE-BAB5-4F5D-8AD0-E3DCB92505A2}"/>
                </a:ext>
              </a:extLst>
            </p:cNvPr>
            <p:cNvSpPr/>
            <p:nvPr/>
          </p:nvSpPr>
          <p:spPr>
            <a:xfrm>
              <a:off x="337853" y="4985002"/>
              <a:ext cx="10286" cy="10286"/>
            </a:xfrm>
            <a:custGeom>
              <a:avLst/>
              <a:gdLst>
                <a:gd name="connsiteX0" fmla="*/ 4918 w 10286"/>
                <a:gd name="connsiteY0" fmla="*/ -430 h 10286"/>
                <a:gd name="connsiteX1" fmla="*/ -225 w 10286"/>
                <a:gd name="connsiteY1" fmla="*/ 4713 h 10286"/>
                <a:gd name="connsiteX2" fmla="*/ 4918 w 10286"/>
                <a:gd name="connsiteY2" fmla="*/ 9856 h 10286"/>
                <a:gd name="connsiteX3" fmla="*/ 10061 w 10286"/>
                <a:gd name="connsiteY3" fmla="*/ 4713 h 10286"/>
                <a:gd name="connsiteX4" fmla="*/ 4918 w 10286"/>
                <a:gd name="connsiteY4" fmla="*/ -430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-430"/>
                  </a:move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7978A7-70C7-4F30-927E-37994B0EC79F}"/>
                </a:ext>
              </a:extLst>
            </p:cNvPr>
            <p:cNvSpPr/>
            <p:nvPr/>
          </p:nvSpPr>
          <p:spPr>
            <a:xfrm>
              <a:off x="350323" y="4985778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6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8605 w 8830"/>
                <a:gd name="connsiteY4" fmla="*/ 3937 h 8830"/>
                <a:gd name="connsiteX5" fmla="*/ 4238 w 8830"/>
                <a:gd name="connsiteY5" fmla="*/ -430 h 8830"/>
                <a:gd name="connsiteX6" fmla="*/ 4190 w 8830"/>
                <a:gd name="connsiteY6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1" y="-430"/>
                    <a:pt x="-225" y="1547"/>
                    <a:pt x="-225" y="3986"/>
                  </a:cubicBezTo>
                  <a:cubicBezTo>
                    <a:pt x="-225" y="6425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3969"/>
                    <a:pt x="8605" y="3953"/>
                    <a:pt x="8605" y="3937"/>
                  </a:cubicBezTo>
                  <a:cubicBezTo>
                    <a:pt x="8605" y="1525"/>
                    <a:pt x="6650" y="-430"/>
                    <a:pt x="4238" y="-430"/>
                  </a:cubicBezTo>
                  <a:cubicBezTo>
                    <a:pt x="4222" y="-430"/>
                    <a:pt x="4206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B868A66-D56A-4AE3-B9EB-8DA8B77CCAE9}"/>
                </a:ext>
              </a:extLst>
            </p:cNvPr>
            <p:cNvSpPr/>
            <p:nvPr/>
          </p:nvSpPr>
          <p:spPr>
            <a:xfrm>
              <a:off x="360561" y="4948952"/>
              <a:ext cx="11838" cy="11838"/>
            </a:xfrm>
            <a:custGeom>
              <a:avLst/>
              <a:gdLst>
                <a:gd name="connsiteX0" fmla="*/ 11614 w 11838"/>
                <a:gd name="connsiteY0" fmla="*/ 5489 h 11838"/>
                <a:gd name="connsiteX1" fmla="*/ 5694 w 11838"/>
                <a:gd name="connsiteY1" fmla="*/ -430 h 11838"/>
                <a:gd name="connsiteX2" fmla="*/ -225 w 11838"/>
                <a:gd name="connsiteY2" fmla="*/ 5489 h 11838"/>
                <a:gd name="connsiteX3" fmla="*/ 5694 w 11838"/>
                <a:gd name="connsiteY3" fmla="*/ 11409 h 11838"/>
                <a:gd name="connsiteX4" fmla="*/ 11614 w 11838"/>
                <a:gd name="connsiteY4" fmla="*/ 5489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838" h="11838">
                  <a:moveTo>
                    <a:pt x="11614" y="5489"/>
                  </a:moveTo>
                  <a:cubicBezTo>
                    <a:pt x="11614" y="2220"/>
                    <a:pt x="8963" y="-430"/>
                    <a:pt x="5694" y="-430"/>
                  </a:cubicBezTo>
                  <a:cubicBezTo>
                    <a:pt x="2425" y="-430"/>
                    <a:pt x="-225" y="2220"/>
                    <a:pt x="-225" y="5489"/>
                  </a:cubicBezTo>
                  <a:cubicBezTo>
                    <a:pt x="-225" y="8759"/>
                    <a:pt x="2425" y="11409"/>
                    <a:pt x="5694" y="11409"/>
                  </a:cubicBezTo>
                  <a:cubicBezTo>
                    <a:pt x="8963" y="11409"/>
                    <a:pt x="11614" y="8759"/>
                    <a:pt x="11614" y="5489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A65657E-3350-49C4-80F1-230CA744F304}"/>
                </a:ext>
              </a:extLst>
            </p:cNvPr>
            <p:cNvSpPr/>
            <p:nvPr/>
          </p:nvSpPr>
          <p:spPr>
            <a:xfrm>
              <a:off x="372982" y="4949728"/>
              <a:ext cx="10286" cy="10286"/>
            </a:xfrm>
            <a:custGeom>
              <a:avLst/>
              <a:gdLst>
                <a:gd name="connsiteX0" fmla="*/ 4918 w 10286"/>
                <a:gd name="connsiteY0" fmla="*/ 9856 h 10286"/>
                <a:gd name="connsiteX1" fmla="*/ 10061 w 10286"/>
                <a:gd name="connsiteY1" fmla="*/ 4713 h 10286"/>
                <a:gd name="connsiteX2" fmla="*/ 4918 w 10286"/>
                <a:gd name="connsiteY2" fmla="*/ -430 h 10286"/>
                <a:gd name="connsiteX3" fmla="*/ -225 w 10286"/>
                <a:gd name="connsiteY3" fmla="*/ 4713 h 10286"/>
                <a:gd name="connsiteX4" fmla="*/ 4918 w 10286"/>
                <a:gd name="connsiteY4" fmla="*/ 9856 h 10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286" h="10286">
                  <a:moveTo>
                    <a:pt x="4918" y="9856"/>
                  </a:moveTo>
                  <a:cubicBezTo>
                    <a:pt x="7758" y="9856"/>
                    <a:pt x="10061" y="7554"/>
                    <a:pt x="10061" y="4713"/>
                  </a:cubicBezTo>
                  <a:cubicBezTo>
                    <a:pt x="10061" y="1873"/>
                    <a:pt x="7758" y="-430"/>
                    <a:pt x="4918" y="-430"/>
                  </a:cubicBezTo>
                  <a:cubicBezTo>
                    <a:pt x="2077" y="-430"/>
                    <a:pt x="-225" y="1873"/>
                    <a:pt x="-225" y="4713"/>
                  </a:cubicBezTo>
                  <a:cubicBezTo>
                    <a:pt x="-225" y="7554"/>
                    <a:pt x="2077" y="9856"/>
                    <a:pt x="4918" y="9856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EA226B-3CD7-4150-951D-C7E8373D179B}"/>
                </a:ext>
              </a:extLst>
            </p:cNvPr>
            <p:cNvSpPr/>
            <p:nvPr/>
          </p:nvSpPr>
          <p:spPr>
            <a:xfrm>
              <a:off x="360609" y="4960791"/>
              <a:ext cx="11838" cy="11838"/>
            </a:xfrm>
            <a:custGeom>
              <a:avLst/>
              <a:gdLst>
                <a:gd name="connsiteX0" fmla="*/ -225 w 11838"/>
                <a:gd name="connsiteY0" fmla="*/ 5441 h 11838"/>
                <a:gd name="connsiteX1" fmla="*/ 5646 w 11838"/>
                <a:gd name="connsiteY1" fmla="*/ 11409 h 11838"/>
                <a:gd name="connsiteX2" fmla="*/ 11613 w 11838"/>
                <a:gd name="connsiteY2" fmla="*/ 5538 h 11838"/>
                <a:gd name="connsiteX3" fmla="*/ 5742 w 11838"/>
                <a:gd name="connsiteY3" fmla="*/ -430 h 11838"/>
                <a:gd name="connsiteX4" fmla="*/ 5646 w 11838"/>
                <a:gd name="connsiteY4" fmla="*/ -430 h 11838"/>
                <a:gd name="connsiteX5" fmla="*/ -225 w 11838"/>
                <a:gd name="connsiteY5" fmla="*/ 5441 h 11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838" h="11838">
                  <a:moveTo>
                    <a:pt x="-225" y="5441"/>
                  </a:moveTo>
                  <a:cubicBezTo>
                    <a:pt x="-252" y="8710"/>
                    <a:pt x="2377" y="11382"/>
                    <a:pt x="5646" y="11409"/>
                  </a:cubicBezTo>
                  <a:cubicBezTo>
                    <a:pt x="8915" y="11435"/>
                    <a:pt x="11587" y="8807"/>
                    <a:pt x="11613" y="5538"/>
                  </a:cubicBezTo>
                  <a:cubicBezTo>
                    <a:pt x="11640" y="2269"/>
                    <a:pt x="9012" y="-403"/>
                    <a:pt x="5742" y="-430"/>
                  </a:cubicBezTo>
                  <a:cubicBezTo>
                    <a:pt x="5710" y="-430"/>
                    <a:pt x="5678" y="-430"/>
                    <a:pt x="5646" y="-430"/>
                  </a:cubicBezTo>
                  <a:cubicBezTo>
                    <a:pt x="2403" y="-430"/>
                    <a:pt x="-225" y="2199"/>
                    <a:pt x="-225" y="544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95910130-9080-4F24-B7C6-72FEB75AD2CD}"/>
                </a:ext>
              </a:extLst>
            </p:cNvPr>
            <p:cNvSpPr/>
            <p:nvPr/>
          </p:nvSpPr>
          <p:spPr>
            <a:xfrm>
              <a:off x="373709" y="4962392"/>
              <a:ext cx="8830" cy="8830"/>
            </a:xfrm>
            <a:custGeom>
              <a:avLst/>
              <a:gdLst>
                <a:gd name="connsiteX0" fmla="*/ 4190 w 8830"/>
                <a:gd name="connsiteY0" fmla="*/ -430 h 8830"/>
                <a:gd name="connsiteX1" fmla="*/ -225 w 8830"/>
                <a:gd name="connsiteY1" fmla="*/ 3985 h 8830"/>
                <a:gd name="connsiteX2" fmla="*/ 4190 w 8830"/>
                <a:gd name="connsiteY2" fmla="*/ 8401 h 8830"/>
                <a:gd name="connsiteX3" fmla="*/ 8605 w 8830"/>
                <a:gd name="connsiteY3" fmla="*/ 3985 h 8830"/>
                <a:gd name="connsiteX4" fmla="*/ 4190 w 8830"/>
                <a:gd name="connsiteY4" fmla="*/ -430 h 8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30" h="8830">
                  <a:moveTo>
                    <a:pt x="4190" y="-430"/>
                  </a:moveTo>
                  <a:cubicBezTo>
                    <a:pt x="1752" y="-430"/>
                    <a:pt x="-225" y="1547"/>
                    <a:pt x="-225" y="3985"/>
                  </a:cubicBezTo>
                  <a:cubicBezTo>
                    <a:pt x="-225" y="6424"/>
                    <a:pt x="1752" y="8401"/>
                    <a:pt x="4190" y="8401"/>
                  </a:cubicBezTo>
                  <a:cubicBezTo>
                    <a:pt x="6629" y="8401"/>
                    <a:pt x="8605" y="6424"/>
                    <a:pt x="8605" y="3985"/>
                  </a:cubicBezTo>
                  <a:cubicBezTo>
                    <a:pt x="8605" y="1547"/>
                    <a:pt x="6629" y="-430"/>
                    <a:pt x="4190" y="-430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84E3B8-A874-464A-9343-39D84B674DC7}"/>
                </a:ext>
              </a:extLst>
            </p:cNvPr>
            <p:cNvSpPr/>
            <p:nvPr/>
          </p:nvSpPr>
          <p:spPr>
            <a:xfrm>
              <a:off x="668662" y="4931388"/>
              <a:ext cx="44104" cy="45045"/>
            </a:xfrm>
            <a:custGeom>
              <a:avLst/>
              <a:gdLst>
                <a:gd name="connsiteX0" fmla="*/ 33448 w 44104"/>
                <a:gd name="connsiteY0" fmla="*/ -430 h 45045"/>
                <a:gd name="connsiteX1" fmla="*/ 26121 w 44104"/>
                <a:gd name="connsiteY1" fmla="*/ 34844 h 45045"/>
                <a:gd name="connsiteX2" fmla="*/ 17290 w 44104"/>
                <a:gd name="connsiteY2" fmla="*/ 34844 h 45045"/>
                <a:gd name="connsiteX3" fmla="*/ 10061 w 44104"/>
                <a:gd name="connsiteY3" fmla="*/ -430 h 45045"/>
                <a:gd name="connsiteX4" fmla="*/ -225 w 44104"/>
                <a:gd name="connsiteY4" fmla="*/ -430 h 45045"/>
                <a:gd name="connsiteX5" fmla="*/ 8605 w 44104"/>
                <a:gd name="connsiteY5" fmla="*/ 33534 h 45045"/>
                <a:gd name="connsiteX6" fmla="*/ 21851 w 44104"/>
                <a:gd name="connsiteY6" fmla="*/ 44597 h 45045"/>
                <a:gd name="connsiteX7" fmla="*/ 35049 w 44104"/>
                <a:gd name="connsiteY7" fmla="*/ 33534 h 45045"/>
                <a:gd name="connsiteX8" fmla="*/ 43879 w 44104"/>
                <a:gd name="connsiteY8" fmla="*/ -430 h 45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104" h="45045">
                  <a:moveTo>
                    <a:pt x="33448" y="-430"/>
                  </a:moveTo>
                  <a:lnTo>
                    <a:pt x="26121" y="34844"/>
                  </a:lnTo>
                  <a:lnTo>
                    <a:pt x="1729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276" y="24558"/>
                    <a:pt x="8605" y="33534"/>
                  </a:cubicBezTo>
                  <a:cubicBezTo>
                    <a:pt x="9436" y="40125"/>
                    <a:pt x="15218" y="44954"/>
                    <a:pt x="21851" y="44597"/>
                  </a:cubicBezTo>
                  <a:cubicBezTo>
                    <a:pt x="29129" y="44597"/>
                    <a:pt x="32865" y="42365"/>
                    <a:pt x="35049" y="33534"/>
                  </a:cubicBezTo>
                  <a:cubicBezTo>
                    <a:pt x="37232" y="24704"/>
                    <a:pt x="43879" y="-430"/>
                    <a:pt x="43879" y="-430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C8E9EB-3D75-4469-B770-80DA62F0B1DA}"/>
                </a:ext>
              </a:extLst>
            </p:cNvPr>
            <p:cNvSpPr/>
            <p:nvPr/>
          </p:nvSpPr>
          <p:spPr>
            <a:xfrm>
              <a:off x="460221" y="4915570"/>
              <a:ext cx="12518" cy="12518"/>
            </a:xfrm>
            <a:custGeom>
              <a:avLst/>
              <a:gdLst>
                <a:gd name="connsiteX0" fmla="*/ 5985 w 12518"/>
                <a:gd name="connsiteY0" fmla="*/ 12088 h 12518"/>
                <a:gd name="connsiteX1" fmla="*/ 12293 w 12518"/>
                <a:gd name="connsiteY1" fmla="*/ 5878 h 12518"/>
                <a:gd name="connsiteX2" fmla="*/ 6082 w 12518"/>
                <a:gd name="connsiteY2" fmla="*/ -430 h 12518"/>
                <a:gd name="connsiteX3" fmla="*/ -225 w 12518"/>
                <a:gd name="connsiteY3" fmla="*/ 5781 h 12518"/>
                <a:gd name="connsiteX4" fmla="*/ -225 w 12518"/>
                <a:gd name="connsiteY4" fmla="*/ 5829 h 12518"/>
                <a:gd name="connsiteX5" fmla="*/ 5985 w 12518"/>
                <a:gd name="connsiteY5" fmla="*/ 12088 h 12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18" h="12518">
                  <a:moveTo>
                    <a:pt x="5985" y="12088"/>
                  </a:moveTo>
                  <a:cubicBezTo>
                    <a:pt x="9442" y="12115"/>
                    <a:pt x="12266" y="9334"/>
                    <a:pt x="12293" y="5878"/>
                  </a:cubicBezTo>
                  <a:cubicBezTo>
                    <a:pt x="12319" y="2421"/>
                    <a:pt x="9539" y="-403"/>
                    <a:pt x="6082" y="-430"/>
                  </a:cubicBezTo>
                  <a:cubicBezTo>
                    <a:pt x="2626" y="-457"/>
                    <a:pt x="-198" y="2324"/>
                    <a:pt x="-225" y="5781"/>
                  </a:cubicBezTo>
                  <a:cubicBezTo>
                    <a:pt x="-225" y="5797"/>
                    <a:pt x="-225" y="5813"/>
                    <a:pt x="-225" y="5829"/>
                  </a:cubicBezTo>
                  <a:cubicBezTo>
                    <a:pt x="-225" y="9267"/>
                    <a:pt x="2547" y="12061"/>
                    <a:pt x="5985" y="12088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D489DD3-7B6F-4BB5-B7A3-F00CCFB28C8E}"/>
                </a:ext>
              </a:extLst>
            </p:cNvPr>
            <p:cNvSpPr/>
            <p:nvPr/>
          </p:nvSpPr>
          <p:spPr>
            <a:xfrm>
              <a:off x="413544" y="4913872"/>
              <a:ext cx="35273" cy="61766"/>
            </a:xfrm>
            <a:custGeom>
              <a:avLst/>
              <a:gdLst>
                <a:gd name="connsiteX0" fmla="*/ 18892 w 35273"/>
                <a:gd name="connsiteY0" fmla="*/ 25916 h 61766"/>
                <a:gd name="connsiteX1" fmla="*/ 30633 w 35273"/>
                <a:gd name="connsiteY1" fmla="*/ 25916 h 61766"/>
                <a:gd name="connsiteX2" fmla="*/ 30633 w 35273"/>
                <a:gd name="connsiteY2" fmla="*/ 17086 h 61766"/>
                <a:gd name="connsiteX3" fmla="*/ 18892 w 35273"/>
                <a:gd name="connsiteY3" fmla="*/ 17086 h 61766"/>
                <a:gd name="connsiteX4" fmla="*/ 18892 w 35273"/>
                <a:gd name="connsiteY4" fmla="*/ -430 h 61766"/>
                <a:gd name="connsiteX5" fmla="*/ 10061 w 35273"/>
                <a:gd name="connsiteY5" fmla="*/ -430 h 61766"/>
                <a:gd name="connsiteX6" fmla="*/ 10061 w 35273"/>
                <a:gd name="connsiteY6" fmla="*/ 17231 h 61766"/>
                <a:gd name="connsiteX7" fmla="*/ -225 w 35273"/>
                <a:gd name="connsiteY7" fmla="*/ 17231 h 61766"/>
                <a:gd name="connsiteX8" fmla="*/ -225 w 35273"/>
                <a:gd name="connsiteY8" fmla="*/ 26062 h 61766"/>
                <a:gd name="connsiteX9" fmla="*/ 10061 w 35273"/>
                <a:gd name="connsiteY9" fmla="*/ 26062 h 61766"/>
                <a:gd name="connsiteX10" fmla="*/ 10061 w 35273"/>
                <a:gd name="connsiteY10" fmla="*/ 39259 h 61766"/>
                <a:gd name="connsiteX11" fmla="*/ 31361 w 35273"/>
                <a:gd name="connsiteY11" fmla="*/ 61336 h 61766"/>
                <a:gd name="connsiteX12" fmla="*/ 35049 w 35273"/>
                <a:gd name="connsiteY12" fmla="*/ 61336 h 61766"/>
                <a:gd name="connsiteX13" fmla="*/ 35049 w 35273"/>
                <a:gd name="connsiteY13" fmla="*/ 52505 h 61766"/>
                <a:gd name="connsiteX14" fmla="*/ 18892 w 3527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5273" h="61766">
                  <a:moveTo>
                    <a:pt x="18892" y="25916"/>
                  </a:moveTo>
                  <a:lnTo>
                    <a:pt x="30633" y="25916"/>
                  </a:lnTo>
                  <a:lnTo>
                    <a:pt x="30633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259"/>
                  </a:lnTo>
                  <a:cubicBezTo>
                    <a:pt x="10061" y="52505"/>
                    <a:pt x="16660" y="61336"/>
                    <a:pt x="31361" y="61336"/>
                  </a:cubicBezTo>
                  <a:lnTo>
                    <a:pt x="35049" y="61336"/>
                  </a:lnTo>
                  <a:lnTo>
                    <a:pt x="35049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26E3C15-90E3-49A7-B611-6558D0D1043A}"/>
                </a:ext>
              </a:extLst>
            </p:cNvPr>
            <p:cNvSpPr/>
            <p:nvPr/>
          </p:nvSpPr>
          <p:spPr>
            <a:xfrm>
              <a:off x="453137" y="4931388"/>
              <a:ext cx="30858" cy="44056"/>
            </a:xfrm>
            <a:custGeom>
              <a:avLst/>
              <a:gdLst>
                <a:gd name="connsiteX0" fmla="*/ 21803 w 30858"/>
                <a:gd name="connsiteY0" fmla="*/ 20870 h 44056"/>
                <a:gd name="connsiteX1" fmla="*/ -225 w 30858"/>
                <a:gd name="connsiteY1" fmla="*/ -430 h 44056"/>
                <a:gd name="connsiteX2" fmla="*/ -225 w 30858"/>
                <a:gd name="connsiteY2" fmla="*/ 8352 h 44056"/>
                <a:gd name="connsiteX3" fmla="*/ 12972 w 30858"/>
                <a:gd name="connsiteY3" fmla="*/ 8352 h 44056"/>
                <a:gd name="connsiteX4" fmla="*/ 12972 w 30858"/>
                <a:gd name="connsiteY4" fmla="*/ 34844 h 44056"/>
                <a:gd name="connsiteX5" fmla="*/ 4190 w 30858"/>
                <a:gd name="connsiteY5" fmla="*/ 34844 h 44056"/>
                <a:gd name="connsiteX6" fmla="*/ 4190 w 30858"/>
                <a:gd name="connsiteY6" fmla="*/ 43626 h 44056"/>
                <a:gd name="connsiteX7" fmla="*/ 30633 w 30858"/>
                <a:gd name="connsiteY7" fmla="*/ 43626 h 44056"/>
                <a:gd name="connsiteX8" fmla="*/ 30633 w 30858"/>
                <a:gd name="connsiteY8" fmla="*/ 34844 h 44056"/>
                <a:gd name="connsiteX9" fmla="*/ 21803 w 30858"/>
                <a:gd name="connsiteY9" fmla="*/ 34844 h 44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858" h="44056">
                  <a:moveTo>
                    <a:pt x="21803" y="20870"/>
                  </a:moveTo>
                  <a:cubicBezTo>
                    <a:pt x="21803" y="7285"/>
                    <a:pt x="12972" y="-430"/>
                    <a:pt x="-225" y="-430"/>
                  </a:cubicBezTo>
                  <a:lnTo>
                    <a:pt x="-225" y="8352"/>
                  </a:lnTo>
                  <a:lnTo>
                    <a:pt x="12972" y="8352"/>
                  </a:lnTo>
                  <a:lnTo>
                    <a:pt x="12972" y="34844"/>
                  </a:lnTo>
                  <a:lnTo>
                    <a:pt x="4190" y="34844"/>
                  </a:lnTo>
                  <a:lnTo>
                    <a:pt x="4190" y="43626"/>
                  </a:lnTo>
                  <a:lnTo>
                    <a:pt x="30633" y="43626"/>
                  </a:lnTo>
                  <a:lnTo>
                    <a:pt x="30633" y="34844"/>
                  </a:lnTo>
                  <a:lnTo>
                    <a:pt x="21803" y="34844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B95DFB8-9A64-4C6F-A877-531F37AD0F20}"/>
                </a:ext>
              </a:extLst>
            </p:cNvPr>
            <p:cNvSpPr/>
            <p:nvPr/>
          </p:nvSpPr>
          <p:spPr>
            <a:xfrm>
              <a:off x="710438" y="4931328"/>
              <a:ext cx="30858" cy="44019"/>
            </a:xfrm>
            <a:custGeom>
              <a:avLst/>
              <a:gdLst>
                <a:gd name="connsiteX0" fmla="*/ 14476 w 30858"/>
                <a:gd name="connsiteY0" fmla="*/ 8461 h 44019"/>
                <a:gd name="connsiteX1" fmla="*/ 27674 w 30858"/>
                <a:gd name="connsiteY1" fmla="*/ 8461 h 44019"/>
                <a:gd name="connsiteX2" fmla="*/ 27674 w 30858"/>
                <a:gd name="connsiteY2" fmla="*/ -370 h 44019"/>
                <a:gd name="connsiteX3" fmla="*/ 5704 w 30858"/>
                <a:gd name="connsiteY3" fmla="*/ 18493 h 44019"/>
                <a:gd name="connsiteX4" fmla="*/ 5646 w 30858"/>
                <a:gd name="connsiteY4" fmla="*/ 20203 h 44019"/>
                <a:gd name="connsiteX5" fmla="*/ 5646 w 30858"/>
                <a:gd name="connsiteY5" fmla="*/ 34759 h 44019"/>
                <a:gd name="connsiteX6" fmla="*/ -225 w 30858"/>
                <a:gd name="connsiteY6" fmla="*/ 34759 h 44019"/>
                <a:gd name="connsiteX7" fmla="*/ -225 w 30858"/>
                <a:gd name="connsiteY7" fmla="*/ 43589 h 44019"/>
                <a:gd name="connsiteX8" fmla="*/ 30633 w 30858"/>
                <a:gd name="connsiteY8" fmla="*/ 43589 h 44019"/>
                <a:gd name="connsiteX9" fmla="*/ 30633 w 30858"/>
                <a:gd name="connsiteY9" fmla="*/ 34759 h 44019"/>
                <a:gd name="connsiteX10" fmla="*/ 14476 w 30858"/>
                <a:gd name="connsiteY10" fmla="*/ 34759 h 44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858" h="44019">
                  <a:moveTo>
                    <a:pt x="14476" y="8461"/>
                  </a:moveTo>
                  <a:lnTo>
                    <a:pt x="27674" y="8461"/>
                  </a:lnTo>
                  <a:lnTo>
                    <a:pt x="27674" y="-370"/>
                  </a:lnTo>
                  <a:cubicBezTo>
                    <a:pt x="16398" y="-1228"/>
                    <a:pt x="6562" y="7217"/>
                    <a:pt x="5704" y="18493"/>
                  </a:cubicBezTo>
                  <a:cubicBezTo>
                    <a:pt x="5661" y="19062"/>
                    <a:pt x="5641" y="19632"/>
                    <a:pt x="5646" y="20203"/>
                  </a:cubicBezTo>
                  <a:lnTo>
                    <a:pt x="5646" y="34759"/>
                  </a:lnTo>
                  <a:lnTo>
                    <a:pt x="-225" y="34759"/>
                  </a:lnTo>
                  <a:lnTo>
                    <a:pt x="-225" y="43589"/>
                  </a:lnTo>
                  <a:lnTo>
                    <a:pt x="30633" y="43589"/>
                  </a:lnTo>
                  <a:lnTo>
                    <a:pt x="30633" y="34759"/>
                  </a:lnTo>
                  <a:lnTo>
                    <a:pt x="14476" y="34759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126215F6-3A3D-44A7-8588-FB218EE36DC1}"/>
                </a:ext>
              </a:extLst>
            </p:cNvPr>
            <p:cNvSpPr/>
            <p:nvPr/>
          </p:nvSpPr>
          <p:spPr>
            <a:xfrm>
              <a:off x="744984" y="4931388"/>
              <a:ext cx="44783" cy="63318"/>
            </a:xfrm>
            <a:custGeom>
              <a:avLst/>
              <a:gdLst>
                <a:gd name="connsiteX0" fmla="*/ 34272 w 44783"/>
                <a:gd name="connsiteY0" fmla="*/ -430 h 63318"/>
                <a:gd name="connsiteX1" fmla="*/ 27674 w 44783"/>
                <a:gd name="connsiteY1" fmla="*/ 34844 h 63318"/>
                <a:gd name="connsiteX2" fmla="*/ 16660 w 44783"/>
                <a:gd name="connsiteY2" fmla="*/ 34844 h 63318"/>
                <a:gd name="connsiteX3" fmla="*/ 10061 w 44783"/>
                <a:gd name="connsiteY3" fmla="*/ -430 h 63318"/>
                <a:gd name="connsiteX4" fmla="*/ -225 w 44783"/>
                <a:gd name="connsiteY4" fmla="*/ -430 h 63318"/>
                <a:gd name="connsiteX5" fmla="*/ 7829 w 44783"/>
                <a:gd name="connsiteY5" fmla="*/ 31884 h 63318"/>
                <a:gd name="connsiteX6" fmla="*/ 19668 w 44783"/>
                <a:gd name="connsiteY6" fmla="*/ 44403 h 63318"/>
                <a:gd name="connsiteX7" fmla="*/ 23986 w 44783"/>
                <a:gd name="connsiteY7" fmla="*/ 44403 h 63318"/>
                <a:gd name="connsiteX8" fmla="*/ 23986 w 44783"/>
                <a:gd name="connsiteY8" fmla="*/ 54107 h 63318"/>
                <a:gd name="connsiteX9" fmla="*/ 7829 w 44783"/>
                <a:gd name="connsiteY9" fmla="*/ 54107 h 63318"/>
                <a:gd name="connsiteX10" fmla="*/ 7829 w 44783"/>
                <a:gd name="connsiteY10" fmla="*/ 62889 h 63318"/>
                <a:gd name="connsiteX11" fmla="*/ 10789 w 44783"/>
                <a:gd name="connsiteY11" fmla="*/ 62889 h 63318"/>
                <a:gd name="connsiteX12" fmla="*/ 32817 w 44783"/>
                <a:gd name="connsiteY12" fmla="*/ 46732 h 63318"/>
                <a:gd name="connsiteX13" fmla="*/ 44559 w 44783"/>
                <a:gd name="connsiteY13" fmla="*/ -284 h 63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4783" h="63318">
                  <a:moveTo>
                    <a:pt x="34272" y="-430"/>
                  </a:moveTo>
                  <a:lnTo>
                    <a:pt x="27674" y="34844"/>
                  </a:lnTo>
                  <a:lnTo>
                    <a:pt x="16660" y="34844"/>
                  </a:lnTo>
                  <a:lnTo>
                    <a:pt x="10061" y="-430"/>
                  </a:lnTo>
                  <a:lnTo>
                    <a:pt x="-225" y="-430"/>
                  </a:lnTo>
                  <a:cubicBezTo>
                    <a:pt x="-225" y="-430"/>
                    <a:pt x="6470" y="26353"/>
                    <a:pt x="7829" y="31884"/>
                  </a:cubicBezTo>
                  <a:cubicBezTo>
                    <a:pt x="9188" y="37416"/>
                    <a:pt x="12293" y="44403"/>
                    <a:pt x="19668" y="44403"/>
                  </a:cubicBezTo>
                  <a:lnTo>
                    <a:pt x="23986" y="44403"/>
                  </a:lnTo>
                  <a:lnTo>
                    <a:pt x="23986" y="54107"/>
                  </a:lnTo>
                  <a:lnTo>
                    <a:pt x="7829" y="54107"/>
                  </a:lnTo>
                  <a:lnTo>
                    <a:pt x="7829" y="62889"/>
                  </a:lnTo>
                  <a:lnTo>
                    <a:pt x="10789" y="62889"/>
                  </a:lnTo>
                  <a:cubicBezTo>
                    <a:pt x="20876" y="62904"/>
                    <a:pt x="29801" y="56358"/>
                    <a:pt x="32817" y="46732"/>
                  </a:cubicBezTo>
                  <a:cubicBezTo>
                    <a:pt x="34903" y="38435"/>
                    <a:pt x="44559" y="-284"/>
                    <a:pt x="44559" y="-284"/>
                  </a:cubicBez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7C6B71A1-9996-4901-B9D3-54FC81E74F1A}"/>
                </a:ext>
              </a:extLst>
            </p:cNvPr>
            <p:cNvSpPr/>
            <p:nvPr/>
          </p:nvSpPr>
          <p:spPr>
            <a:xfrm>
              <a:off x="622180" y="4930651"/>
              <a:ext cx="45560" cy="44793"/>
            </a:xfrm>
            <a:custGeom>
              <a:avLst/>
              <a:gdLst>
                <a:gd name="connsiteX0" fmla="*/ 35097 w 45560"/>
                <a:gd name="connsiteY0" fmla="*/ 17920 h 44793"/>
                <a:gd name="connsiteX1" fmla="*/ 10109 w 45560"/>
                <a:gd name="connsiteY1" fmla="*/ 17920 h 44793"/>
                <a:gd name="connsiteX2" fmla="*/ 10109 w 45560"/>
                <a:gd name="connsiteY2" fmla="*/ 9138 h 44793"/>
                <a:gd name="connsiteX3" fmla="*/ 35097 w 45560"/>
                <a:gd name="connsiteY3" fmla="*/ 9138 h 44793"/>
                <a:gd name="connsiteX4" fmla="*/ 22579 w 45560"/>
                <a:gd name="connsiteY4" fmla="*/ -421 h 44793"/>
                <a:gd name="connsiteX5" fmla="*/ -217 w 45560"/>
                <a:gd name="connsiteY5" fmla="*/ 21113 h 44793"/>
                <a:gd name="connsiteX6" fmla="*/ -225 w 45560"/>
                <a:gd name="connsiteY6" fmla="*/ 21607 h 44793"/>
                <a:gd name="connsiteX7" fmla="*/ 21851 w 45560"/>
                <a:gd name="connsiteY7" fmla="*/ 44363 h 44793"/>
                <a:gd name="connsiteX8" fmla="*/ 40920 w 45560"/>
                <a:gd name="connsiteY8" fmla="*/ 44363 h 44793"/>
                <a:gd name="connsiteX9" fmla="*/ 40920 w 45560"/>
                <a:gd name="connsiteY9" fmla="*/ 35581 h 44793"/>
                <a:gd name="connsiteX10" fmla="*/ 10061 w 45560"/>
                <a:gd name="connsiteY10" fmla="*/ 35581 h 44793"/>
                <a:gd name="connsiteX11" fmla="*/ 10061 w 45560"/>
                <a:gd name="connsiteY11" fmla="*/ 26750 h 44793"/>
                <a:gd name="connsiteX12" fmla="*/ 45335 w 45560"/>
                <a:gd name="connsiteY12" fmla="*/ 26750 h 44793"/>
                <a:gd name="connsiteX13" fmla="*/ 45335 w 45560"/>
                <a:gd name="connsiteY13" fmla="*/ 21607 h 44793"/>
                <a:gd name="connsiteX14" fmla="*/ 23122 w 45560"/>
                <a:gd name="connsiteY14" fmla="*/ -430 h 44793"/>
                <a:gd name="connsiteX15" fmla="*/ 22579 w 45560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560" h="44793">
                  <a:moveTo>
                    <a:pt x="35097" y="17920"/>
                  </a:moveTo>
                  <a:lnTo>
                    <a:pt x="10109" y="17920"/>
                  </a:lnTo>
                  <a:lnTo>
                    <a:pt x="10109" y="9138"/>
                  </a:lnTo>
                  <a:lnTo>
                    <a:pt x="35097" y="9138"/>
                  </a:lnTo>
                  <a:close/>
                  <a:moveTo>
                    <a:pt x="22579" y="-421"/>
                  </a:moveTo>
                  <a:cubicBezTo>
                    <a:pt x="10338" y="-769"/>
                    <a:pt x="132" y="8871"/>
                    <a:pt x="-217" y="21113"/>
                  </a:cubicBezTo>
                  <a:cubicBezTo>
                    <a:pt x="-221" y="21277"/>
                    <a:pt x="-224" y="21442"/>
                    <a:pt x="-225" y="21607"/>
                  </a:cubicBezTo>
                  <a:cubicBezTo>
                    <a:pt x="-231" y="33914"/>
                    <a:pt x="9550" y="43996"/>
                    <a:pt x="21851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061" y="35581"/>
                  </a:lnTo>
                  <a:lnTo>
                    <a:pt x="10061" y="26750"/>
                  </a:lnTo>
                  <a:lnTo>
                    <a:pt x="45335" y="26750"/>
                  </a:lnTo>
                  <a:lnTo>
                    <a:pt x="45335" y="21607"/>
                  </a:lnTo>
                  <a:cubicBezTo>
                    <a:pt x="45286" y="9388"/>
                    <a:pt x="35341" y="-478"/>
                    <a:pt x="23122" y="-430"/>
                  </a:cubicBezTo>
                  <a:cubicBezTo>
                    <a:pt x="22941" y="-429"/>
                    <a:pt x="22760" y="-426"/>
                    <a:pt x="22579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1D2AC48-6726-4552-87BB-E6D57D78A20C}"/>
                </a:ext>
              </a:extLst>
            </p:cNvPr>
            <p:cNvSpPr/>
            <p:nvPr/>
          </p:nvSpPr>
          <p:spPr>
            <a:xfrm>
              <a:off x="531108" y="4913872"/>
              <a:ext cx="38233" cy="61766"/>
            </a:xfrm>
            <a:custGeom>
              <a:avLst/>
              <a:gdLst>
                <a:gd name="connsiteX0" fmla="*/ 18892 w 38233"/>
                <a:gd name="connsiteY0" fmla="*/ 25916 h 61766"/>
                <a:gd name="connsiteX1" fmla="*/ 33448 w 38233"/>
                <a:gd name="connsiteY1" fmla="*/ 25916 h 61766"/>
                <a:gd name="connsiteX2" fmla="*/ 33448 w 38233"/>
                <a:gd name="connsiteY2" fmla="*/ 17086 h 61766"/>
                <a:gd name="connsiteX3" fmla="*/ 18892 w 38233"/>
                <a:gd name="connsiteY3" fmla="*/ 17086 h 61766"/>
                <a:gd name="connsiteX4" fmla="*/ 18892 w 38233"/>
                <a:gd name="connsiteY4" fmla="*/ -430 h 61766"/>
                <a:gd name="connsiteX5" fmla="*/ 10061 w 38233"/>
                <a:gd name="connsiteY5" fmla="*/ -430 h 61766"/>
                <a:gd name="connsiteX6" fmla="*/ 10061 w 38233"/>
                <a:gd name="connsiteY6" fmla="*/ 17231 h 61766"/>
                <a:gd name="connsiteX7" fmla="*/ -225 w 38233"/>
                <a:gd name="connsiteY7" fmla="*/ 17231 h 61766"/>
                <a:gd name="connsiteX8" fmla="*/ -225 w 38233"/>
                <a:gd name="connsiteY8" fmla="*/ 26062 h 61766"/>
                <a:gd name="connsiteX9" fmla="*/ 10061 w 38233"/>
                <a:gd name="connsiteY9" fmla="*/ 26062 h 61766"/>
                <a:gd name="connsiteX10" fmla="*/ 10061 w 38233"/>
                <a:gd name="connsiteY10" fmla="*/ 39987 h 61766"/>
                <a:gd name="connsiteX11" fmla="*/ 31361 w 38233"/>
                <a:gd name="connsiteY11" fmla="*/ 61336 h 61766"/>
                <a:gd name="connsiteX12" fmla="*/ 38008 w 38233"/>
                <a:gd name="connsiteY12" fmla="*/ 61336 h 61766"/>
                <a:gd name="connsiteX13" fmla="*/ 38008 w 38233"/>
                <a:gd name="connsiteY13" fmla="*/ 52505 h 61766"/>
                <a:gd name="connsiteX14" fmla="*/ 18892 w 38233"/>
                <a:gd name="connsiteY14" fmla="*/ 52505 h 6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233" h="61766">
                  <a:moveTo>
                    <a:pt x="18892" y="25916"/>
                  </a:moveTo>
                  <a:lnTo>
                    <a:pt x="33448" y="25916"/>
                  </a:lnTo>
                  <a:lnTo>
                    <a:pt x="33448" y="17086"/>
                  </a:lnTo>
                  <a:lnTo>
                    <a:pt x="18892" y="17086"/>
                  </a:lnTo>
                  <a:lnTo>
                    <a:pt x="18892" y="-430"/>
                  </a:lnTo>
                  <a:lnTo>
                    <a:pt x="10061" y="-430"/>
                  </a:lnTo>
                  <a:lnTo>
                    <a:pt x="10061" y="17231"/>
                  </a:lnTo>
                  <a:lnTo>
                    <a:pt x="-225" y="17231"/>
                  </a:lnTo>
                  <a:lnTo>
                    <a:pt x="-225" y="26062"/>
                  </a:lnTo>
                  <a:lnTo>
                    <a:pt x="10061" y="26062"/>
                  </a:lnTo>
                  <a:lnTo>
                    <a:pt x="10061" y="39987"/>
                  </a:lnTo>
                  <a:cubicBezTo>
                    <a:pt x="10061" y="53233"/>
                    <a:pt x="16660" y="61336"/>
                    <a:pt x="31361" y="61336"/>
                  </a:cubicBezTo>
                  <a:lnTo>
                    <a:pt x="38008" y="61336"/>
                  </a:lnTo>
                  <a:lnTo>
                    <a:pt x="38008" y="52505"/>
                  </a:lnTo>
                  <a:lnTo>
                    <a:pt x="18892" y="52505"/>
                  </a:lnTo>
                  <a:close/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BDA4CC45-8BAB-4AE6-B09B-2C920E8D1F09}"/>
                </a:ext>
              </a:extLst>
            </p:cNvPr>
            <p:cNvSpPr/>
            <p:nvPr/>
          </p:nvSpPr>
          <p:spPr>
            <a:xfrm>
              <a:off x="571477" y="4930654"/>
              <a:ext cx="45614" cy="45614"/>
            </a:xfrm>
            <a:custGeom>
              <a:avLst/>
              <a:gdLst>
                <a:gd name="connsiteX0" fmla="*/ 35825 w 45614"/>
                <a:gd name="connsiteY0" fmla="*/ 35577 h 45614"/>
                <a:gd name="connsiteX1" fmla="*/ 9382 w 45614"/>
                <a:gd name="connsiteY1" fmla="*/ 35577 h 45614"/>
                <a:gd name="connsiteX2" fmla="*/ 9382 w 45614"/>
                <a:gd name="connsiteY2" fmla="*/ 9085 h 45614"/>
                <a:gd name="connsiteX3" fmla="*/ 35825 w 45614"/>
                <a:gd name="connsiteY3" fmla="*/ 9085 h 45614"/>
                <a:gd name="connsiteX4" fmla="*/ 22628 w 45614"/>
                <a:gd name="connsiteY4" fmla="*/ -425 h 45614"/>
                <a:gd name="connsiteX5" fmla="*/ -225 w 45614"/>
                <a:gd name="connsiteY5" fmla="*/ 22331 h 45614"/>
                <a:gd name="connsiteX6" fmla="*/ 22531 w 45614"/>
                <a:gd name="connsiteY6" fmla="*/ 45184 h 45614"/>
                <a:gd name="connsiteX7" fmla="*/ 45383 w 45614"/>
                <a:gd name="connsiteY7" fmla="*/ 22428 h 45614"/>
                <a:gd name="connsiteX8" fmla="*/ 45383 w 45614"/>
                <a:gd name="connsiteY8" fmla="*/ 22331 h 45614"/>
                <a:gd name="connsiteX9" fmla="*/ 23609 w 45614"/>
                <a:gd name="connsiteY9" fmla="*/ -425 h 45614"/>
                <a:gd name="connsiteX10" fmla="*/ 22628 w 45614"/>
                <a:gd name="connsiteY10" fmla="*/ -425 h 456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5614" h="45614">
                  <a:moveTo>
                    <a:pt x="35825" y="35577"/>
                  </a:moveTo>
                  <a:lnTo>
                    <a:pt x="9382" y="35577"/>
                  </a:lnTo>
                  <a:lnTo>
                    <a:pt x="9382" y="9085"/>
                  </a:lnTo>
                  <a:lnTo>
                    <a:pt x="35825" y="9085"/>
                  </a:lnTo>
                  <a:close/>
                  <a:moveTo>
                    <a:pt x="22628" y="-425"/>
                  </a:moveTo>
                  <a:cubicBezTo>
                    <a:pt x="10033" y="-451"/>
                    <a:pt x="-198" y="9737"/>
                    <a:pt x="-225" y="22331"/>
                  </a:cubicBezTo>
                  <a:cubicBezTo>
                    <a:pt x="-252" y="34926"/>
                    <a:pt x="9936" y="45157"/>
                    <a:pt x="22531" y="45184"/>
                  </a:cubicBezTo>
                  <a:cubicBezTo>
                    <a:pt x="35125" y="45211"/>
                    <a:pt x="45357" y="35023"/>
                    <a:pt x="45383" y="22428"/>
                  </a:cubicBezTo>
                  <a:cubicBezTo>
                    <a:pt x="45383" y="22396"/>
                    <a:pt x="45383" y="22364"/>
                    <a:pt x="45383" y="22331"/>
                  </a:cubicBezTo>
                  <a:cubicBezTo>
                    <a:pt x="45654" y="10035"/>
                    <a:pt x="35906" y="-154"/>
                    <a:pt x="23609" y="-425"/>
                  </a:cubicBezTo>
                  <a:cubicBezTo>
                    <a:pt x="23282" y="-432"/>
                    <a:pt x="22955" y="-432"/>
                    <a:pt x="22628" y="-425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5DD9E6-B7AC-48D1-8849-FD3548138D28}"/>
                </a:ext>
              </a:extLst>
            </p:cNvPr>
            <p:cNvSpPr/>
            <p:nvPr/>
          </p:nvSpPr>
          <p:spPr>
            <a:xfrm>
              <a:off x="484092" y="4930651"/>
              <a:ext cx="45754" cy="44793"/>
            </a:xfrm>
            <a:custGeom>
              <a:avLst/>
              <a:gdLst>
                <a:gd name="connsiteX0" fmla="*/ 35049 w 45754"/>
                <a:gd name="connsiteY0" fmla="*/ 17920 h 44793"/>
                <a:gd name="connsiteX1" fmla="*/ 10255 w 45754"/>
                <a:gd name="connsiteY1" fmla="*/ 17920 h 44793"/>
                <a:gd name="connsiteX2" fmla="*/ 10255 w 45754"/>
                <a:gd name="connsiteY2" fmla="*/ 9138 h 44793"/>
                <a:gd name="connsiteX3" fmla="*/ 35243 w 45754"/>
                <a:gd name="connsiteY3" fmla="*/ 9138 h 44793"/>
                <a:gd name="connsiteX4" fmla="*/ 22531 w 45754"/>
                <a:gd name="connsiteY4" fmla="*/ -421 h 44793"/>
                <a:gd name="connsiteX5" fmla="*/ -216 w 45754"/>
                <a:gd name="connsiteY5" fmla="*/ 21064 h 44793"/>
                <a:gd name="connsiteX6" fmla="*/ -225 w 45754"/>
                <a:gd name="connsiteY6" fmla="*/ 21607 h 44793"/>
                <a:gd name="connsiteX7" fmla="*/ 21803 w 45754"/>
                <a:gd name="connsiteY7" fmla="*/ 44363 h 44793"/>
                <a:gd name="connsiteX8" fmla="*/ 40920 w 45754"/>
                <a:gd name="connsiteY8" fmla="*/ 44363 h 44793"/>
                <a:gd name="connsiteX9" fmla="*/ 40920 w 45754"/>
                <a:gd name="connsiteY9" fmla="*/ 35581 h 44793"/>
                <a:gd name="connsiteX10" fmla="*/ 10255 w 45754"/>
                <a:gd name="connsiteY10" fmla="*/ 35581 h 44793"/>
                <a:gd name="connsiteX11" fmla="*/ 10255 w 45754"/>
                <a:gd name="connsiteY11" fmla="*/ 26750 h 44793"/>
                <a:gd name="connsiteX12" fmla="*/ 45529 w 45754"/>
                <a:gd name="connsiteY12" fmla="*/ 26750 h 44793"/>
                <a:gd name="connsiteX13" fmla="*/ 45529 w 45754"/>
                <a:gd name="connsiteY13" fmla="*/ 21607 h 44793"/>
                <a:gd name="connsiteX14" fmla="*/ 23219 w 45754"/>
                <a:gd name="connsiteY14" fmla="*/ -429 h 44793"/>
                <a:gd name="connsiteX15" fmla="*/ 22725 w 45754"/>
                <a:gd name="connsiteY15" fmla="*/ -421 h 447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5754" h="44793">
                  <a:moveTo>
                    <a:pt x="35049" y="17920"/>
                  </a:moveTo>
                  <a:lnTo>
                    <a:pt x="10255" y="17920"/>
                  </a:lnTo>
                  <a:lnTo>
                    <a:pt x="10255" y="9138"/>
                  </a:lnTo>
                  <a:lnTo>
                    <a:pt x="35243" y="9138"/>
                  </a:lnTo>
                  <a:close/>
                  <a:moveTo>
                    <a:pt x="22531" y="-421"/>
                  </a:moveTo>
                  <a:cubicBezTo>
                    <a:pt x="10316" y="-769"/>
                    <a:pt x="132" y="8850"/>
                    <a:pt x="-216" y="21064"/>
                  </a:cubicBezTo>
                  <a:cubicBezTo>
                    <a:pt x="-222" y="21245"/>
                    <a:pt x="-225" y="21426"/>
                    <a:pt x="-225" y="21607"/>
                  </a:cubicBezTo>
                  <a:cubicBezTo>
                    <a:pt x="-231" y="33896"/>
                    <a:pt x="9520" y="43970"/>
                    <a:pt x="21803" y="44363"/>
                  </a:cubicBezTo>
                  <a:lnTo>
                    <a:pt x="40920" y="44363"/>
                  </a:lnTo>
                  <a:lnTo>
                    <a:pt x="40920" y="35581"/>
                  </a:lnTo>
                  <a:lnTo>
                    <a:pt x="10255" y="35581"/>
                  </a:lnTo>
                  <a:lnTo>
                    <a:pt x="10255" y="26750"/>
                  </a:lnTo>
                  <a:lnTo>
                    <a:pt x="45529" y="26750"/>
                  </a:lnTo>
                  <a:lnTo>
                    <a:pt x="45529" y="21607"/>
                  </a:lnTo>
                  <a:cubicBezTo>
                    <a:pt x="45454" y="9361"/>
                    <a:pt x="35465" y="-505"/>
                    <a:pt x="23219" y="-429"/>
                  </a:cubicBezTo>
                  <a:cubicBezTo>
                    <a:pt x="23054" y="-428"/>
                    <a:pt x="22889" y="-426"/>
                    <a:pt x="22725" y="-421"/>
                  </a:cubicBezTo>
                </a:path>
              </a:pathLst>
            </a:custGeom>
            <a:grpFill/>
            <a:ln w="48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sz="2823"/>
            </a:p>
          </p:txBody>
        </p:sp>
      </p:grpSp>
      <p:sp>
        <p:nvSpPr>
          <p:cNvPr id="33" name="Title 1">
            <a:extLst>
              <a:ext uri="{FF2B5EF4-FFF2-40B4-BE49-F238E27FC236}">
                <a16:creationId xmlns:a16="http://schemas.microsoft.com/office/drawing/2014/main" id="{1053A396-A4E8-411D-9AC4-A95D53FA72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68348" y="309036"/>
            <a:ext cx="5472000" cy="3444459"/>
          </a:xfrm>
        </p:spPr>
        <p:txBody>
          <a:bodyPr anchor="b"/>
          <a:lstStyle>
            <a:lvl1pPr algn="l">
              <a:defRPr sz="5867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5" name="Subtitle 2">
            <a:extLst>
              <a:ext uri="{FF2B5EF4-FFF2-40B4-BE49-F238E27FC236}">
                <a16:creationId xmlns:a16="http://schemas.microsoft.com/office/drawing/2014/main" id="{0A3928A5-23A9-42AB-BE2A-254DDB2EE1F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68348" y="3911028"/>
            <a:ext cx="5472000" cy="1344000"/>
          </a:xfrm>
        </p:spPr>
        <p:txBody>
          <a:bodyPr>
            <a:normAutofit/>
          </a:bodyPr>
          <a:lstStyle>
            <a:lvl1pPr marL="0" indent="0" algn="l">
              <a:buNone/>
              <a:defRPr sz="2133" b="0">
                <a:solidFill>
                  <a:schemeClr val="bg1"/>
                </a:solidFill>
              </a:defRPr>
            </a:lvl1pPr>
            <a:lvl2pPr marL="457177" indent="0" algn="ctr">
              <a:buNone/>
              <a:defRPr sz="2000"/>
            </a:lvl2pPr>
            <a:lvl3pPr marL="914353" indent="0" algn="ctr">
              <a:buNone/>
              <a:defRPr sz="1800"/>
            </a:lvl3pPr>
            <a:lvl4pPr marL="1371530" indent="0" algn="ctr">
              <a:buNone/>
              <a:defRPr sz="1600"/>
            </a:lvl4pPr>
            <a:lvl5pPr marL="1828706" indent="0" algn="ctr">
              <a:buNone/>
              <a:defRPr sz="1600"/>
            </a:lvl5pPr>
            <a:lvl6pPr marL="2285883" indent="0" algn="ctr">
              <a:buNone/>
              <a:defRPr sz="1600"/>
            </a:lvl6pPr>
            <a:lvl7pPr marL="2743059" indent="0" algn="ctr">
              <a:buNone/>
              <a:defRPr sz="1600"/>
            </a:lvl7pPr>
            <a:lvl8pPr marL="3200236" indent="0" algn="ctr">
              <a:buNone/>
              <a:defRPr sz="1600"/>
            </a:lvl8pPr>
            <a:lvl9pPr marL="3657411" indent="0" algn="ctr">
              <a:buNone/>
              <a:defRPr sz="1600"/>
            </a:lvl9pPr>
          </a:lstStyle>
          <a:p>
            <a:r>
              <a:rPr lang="en-US"/>
              <a:t>Click to add sub title</a:t>
            </a:r>
          </a:p>
        </p:txBody>
      </p:sp>
      <p:sp>
        <p:nvSpPr>
          <p:cNvPr id="36" name="Text Placeholder 33">
            <a:extLst>
              <a:ext uri="{FF2B5EF4-FFF2-40B4-BE49-F238E27FC236}">
                <a16:creationId xmlns:a16="http://schemas.microsoft.com/office/drawing/2014/main" id="{2B055659-967E-4FB4-B761-219916CE0D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8348" y="5278350"/>
            <a:ext cx="5472000" cy="48683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467">
                <a:solidFill>
                  <a:srgbClr val="EACBBB"/>
                </a:solidFill>
              </a:defRPr>
            </a:lvl1pPr>
            <a:lvl2pPr marL="239171" indent="0">
              <a:buNone/>
              <a:defRPr/>
            </a:lvl2pPr>
            <a:lvl3pPr marL="480459" indent="0">
              <a:buNone/>
              <a:defRPr/>
            </a:lvl3pPr>
            <a:lvl4pPr marL="719629" indent="0">
              <a:buNone/>
              <a:defRPr/>
            </a:lvl4pPr>
            <a:lvl5pPr marL="958800" indent="0">
              <a:buNone/>
              <a:defRPr/>
            </a:lvl5pPr>
          </a:lstStyle>
          <a:p>
            <a:pPr lvl="0"/>
            <a:r>
              <a:rPr lang="en-US"/>
              <a:t>Click to add date and/or presenters name</a:t>
            </a:r>
          </a:p>
        </p:txBody>
      </p:sp>
    </p:spTree>
    <p:extLst>
      <p:ext uri="{BB962C8B-B14F-4D97-AF65-F5344CB8AC3E}">
        <p14:creationId xmlns:p14="http://schemas.microsoft.com/office/powerpoint/2010/main" val="20274074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3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 and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83119" y="309033"/>
            <a:ext cx="10033000" cy="1344084"/>
          </a:xfrm>
        </p:spPr>
        <p:txBody>
          <a:bodyPr/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3117" y="1845735"/>
            <a:ext cx="10033000" cy="432011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                                                                                      Press ENTER then TAB to view next text style                                                                                                                                                  Press SHIFT+TAB to view previous text style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December 14, 2021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Internal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E25E67-CBB9-434B-BBF7-0A5E970272B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E677F3D-D716-40EC-B7B4-F4977570E1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56332" y="4059677"/>
            <a:ext cx="2452552" cy="239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519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49">
          <p15:clr>
            <a:srgbClr val="FBAE40"/>
          </p15:clr>
        </p15:guide>
        <p15:guide id="2" pos="2653">
          <p15:clr>
            <a:srgbClr val="FBAE40"/>
          </p15:clr>
        </p15:guide>
        <p15:guide id="3" pos="492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excalidraw.com/#json=v8O69Z5WtXMZnJXkGxTXI,dfINwLzm2zr1C4xgPVi5tQ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1BA30-E91A-350E-067A-7469DE0BE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A3E072-0C01-25E5-3CB8-5E4E6DE8E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9413" y="374349"/>
            <a:ext cx="6170729" cy="3444459"/>
          </a:xfrm>
        </p:spPr>
        <p:txBody>
          <a:bodyPr/>
          <a:lstStyle/>
          <a:p>
            <a:r>
              <a:rPr lang="en-US" altLang="zh-CN" sz="5850">
                <a:ea typeface="宋体"/>
              </a:rPr>
              <a:t>EIM</a:t>
            </a:r>
            <a:r>
              <a:rPr lang="zh-CN" altLang="en-US" sz="5850">
                <a:ea typeface="宋体"/>
              </a:rPr>
              <a:t> </a:t>
            </a:r>
            <a:r>
              <a:rPr lang="en-US" altLang="zh-CN" sz="5850">
                <a:ea typeface="宋体"/>
              </a:rPr>
              <a:t>V2</a:t>
            </a:r>
            <a:endParaRPr lang="en-GB"/>
          </a:p>
        </p:txBody>
      </p:sp>
      <p:pic>
        <p:nvPicPr>
          <p:cNvPr id="11" name="Picture Placeholder 10" descr="A picture containing text&#10;&#10;Description automatically generated">
            <a:extLst>
              <a:ext uri="{FF2B5EF4-FFF2-40B4-BE49-F238E27FC236}">
                <a16:creationId xmlns:a16="http://schemas.microsoft.com/office/drawing/2014/main" id="{0F1E8B52-D627-16F2-C1BB-6951E00D3A94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12516" b="12516"/>
          <a:stretch>
            <a:fillRect/>
          </a:stretch>
        </p:blipFill>
        <p:spPr>
          <a:xfrm>
            <a:off x="7255312" y="0"/>
            <a:ext cx="4948800" cy="6858000"/>
          </a:xfrm>
        </p:spPr>
      </p:pic>
    </p:spTree>
    <p:extLst>
      <p:ext uri="{BB962C8B-B14F-4D97-AF65-F5344CB8AC3E}">
        <p14:creationId xmlns:p14="http://schemas.microsoft.com/office/powerpoint/2010/main" val="3999701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4D255-6AD0-A866-E487-1C6C4D4A7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9428" y="205824"/>
            <a:ext cx="10033000" cy="1344084"/>
          </a:xfrm>
        </p:spPr>
        <p:txBody>
          <a:bodyPr/>
          <a:lstStyle/>
          <a:p>
            <a:r>
              <a:rPr lang="en-US" sz="2800"/>
              <a:t>How: V2 s</a:t>
            </a:r>
            <a:r>
              <a:rPr lang="en-US" altLang="zh-CN" sz="2800"/>
              <a:t>ystem design</a:t>
            </a:r>
            <a:endParaRPr lang="en-US" sz="2800"/>
          </a:p>
        </p:txBody>
      </p:sp>
      <p:grpSp>
        <p:nvGrpSpPr>
          <p:cNvPr id="63" name="组合 62">
            <a:extLst>
              <a:ext uri="{FF2B5EF4-FFF2-40B4-BE49-F238E27FC236}">
                <a16:creationId xmlns:a16="http://schemas.microsoft.com/office/drawing/2014/main" id="{C4C2DC0A-7FEB-D81C-6517-FF0835F43CD4}"/>
              </a:ext>
            </a:extLst>
          </p:cNvPr>
          <p:cNvGrpSpPr/>
          <p:nvPr/>
        </p:nvGrpSpPr>
        <p:grpSpPr>
          <a:xfrm>
            <a:off x="851999" y="751023"/>
            <a:ext cx="9953244" cy="5609953"/>
            <a:chOff x="1092708" y="806900"/>
            <a:chExt cx="9953244" cy="5609953"/>
          </a:xfrm>
        </p:grpSpPr>
        <p:sp>
          <p:nvSpPr>
            <p:cNvPr id="43" name="Rectangle 3">
              <a:extLst>
                <a:ext uri="{FF2B5EF4-FFF2-40B4-BE49-F238E27FC236}">
                  <a16:creationId xmlns:a16="http://schemas.microsoft.com/office/drawing/2014/main" id="{D73D921A-B5AF-38AD-D247-0319A122B9F2}"/>
                </a:ext>
              </a:extLst>
            </p:cNvPr>
            <p:cNvSpPr/>
            <p:nvPr/>
          </p:nvSpPr>
          <p:spPr>
            <a:xfrm>
              <a:off x="1124712" y="1648257"/>
              <a:ext cx="1289304" cy="2898648"/>
            </a:xfrm>
            <a:prstGeom prst="rect">
              <a:avLst/>
            </a:prstGeom>
            <a:solidFill>
              <a:srgbClr val="0E2841">
                <a:lumMod val="25000"/>
                <a:lumOff val="75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rPr>
                <a:t>Data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rPr>
                <a:t>Ingestor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4" name="Rectangle 4">
              <a:extLst>
                <a:ext uri="{FF2B5EF4-FFF2-40B4-BE49-F238E27FC236}">
                  <a16:creationId xmlns:a16="http://schemas.microsoft.com/office/drawing/2014/main" id="{9FB4500F-2F65-B3C1-232D-4D266929FB24}"/>
                </a:ext>
              </a:extLst>
            </p:cNvPr>
            <p:cNvSpPr/>
            <p:nvPr/>
          </p:nvSpPr>
          <p:spPr>
            <a:xfrm>
              <a:off x="3307080" y="1648257"/>
              <a:ext cx="3706368" cy="2898648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rPr>
                <a:t>Foudation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rPr>
                <a:t>Playstation</a:t>
              </a:r>
              <a:endParaRPr kumimoji="0" lang="en-US" altLang="zh-CN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45" name="Arrow: Right 5">
              <a:extLst>
                <a:ext uri="{FF2B5EF4-FFF2-40B4-BE49-F238E27FC236}">
                  <a16:creationId xmlns:a16="http://schemas.microsoft.com/office/drawing/2014/main" id="{A6EBAE36-38B5-4337-1A81-0DEEAF3D6932}"/>
                </a:ext>
              </a:extLst>
            </p:cNvPr>
            <p:cNvSpPr/>
            <p:nvPr/>
          </p:nvSpPr>
          <p:spPr>
            <a:xfrm>
              <a:off x="2554224" y="2782113"/>
              <a:ext cx="612648" cy="630936"/>
            </a:xfrm>
            <a:prstGeom prst="rightArrow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6" name="Rectangle 6">
              <a:extLst>
                <a:ext uri="{FF2B5EF4-FFF2-40B4-BE49-F238E27FC236}">
                  <a16:creationId xmlns:a16="http://schemas.microsoft.com/office/drawing/2014/main" id="{EB9E14EB-CB08-3F0D-C3B8-9069E8835739}"/>
                </a:ext>
              </a:extLst>
            </p:cNvPr>
            <p:cNvSpPr/>
            <p:nvPr/>
          </p:nvSpPr>
          <p:spPr>
            <a:xfrm>
              <a:off x="3968496" y="1408566"/>
              <a:ext cx="338328" cy="2553123"/>
            </a:xfrm>
            <a:prstGeom prst="rect">
              <a:avLst/>
            </a:prstGeom>
            <a:solidFill>
              <a:srgbClr val="4EA72E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7" name="TextBox 7">
              <a:extLst>
                <a:ext uri="{FF2B5EF4-FFF2-40B4-BE49-F238E27FC236}">
                  <a16:creationId xmlns:a16="http://schemas.microsoft.com/office/drawing/2014/main" id="{7EF42B64-DC79-8CC0-2FEF-9BB7A81D85DE}"/>
                </a:ext>
              </a:extLst>
            </p:cNvPr>
            <p:cNvSpPr txBox="1"/>
            <p:nvPr/>
          </p:nvSpPr>
          <p:spPr>
            <a:xfrm>
              <a:off x="3851638" y="806901"/>
              <a:ext cx="6222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Aptos" panose="02110004020202020204"/>
                </a:rPr>
                <a:t>ERA</a:t>
              </a:r>
            </a:p>
            <a:p>
              <a:r>
                <a:rPr lang="en-US">
                  <a:solidFill>
                    <a:prstClr val="black"/>
                  </a:solidFill>
                  <a:latin typeface="Aptos" panose="02110004020202020204"/>
                </a:rPr>
                <a:t>D</a:t>
              </a:r>
              <a:r>
                <a:rPr lang="en-US" altLang="zh-CN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isk</a:t>
              </a:r>
              <a:endParaRPr lang="en-US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48" name="Rectangle 8">
              <a:extLst>
                <a:ext uri="{FF2B5EF4-FFF2-40B4-BE49-F238E27FC236}">
                  <a16:creationId xmlns:a16="http://schemas.microsoft.com/office/drawing/2014/main" id="{07B3F0B5-3EDF-2820-48F6-37E3B74CAA1F}"/>
                </a:ext>
              </a:extLst>
            </p:cNvPr>
            <p:cNvSpPr/>
            <p:nvPr/>
          </p:nvSpPr>
          <p:spPr>
            <a:xfrm>
              <a:off x="4598623" y="1408566"/>
              <a:ext cx="338328" cy="2553123"/>
            </a:xfrm>
            <a:prstGeom prst="rect">
              <a:avLst/>
            </a:prstGeom>
            <a:solidFill>
              <a:srgbClr val="4EA72E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49" name="TextBox 9">
              <a:extLst>
                <a:ext uri="{FF2B5EF4-FFF2-40B4-BE49-F238E27FC236}">
                  <a16:creationId xmlns:a16="http://schemas.microsoft.com/office/drawing/2014/main" id="{836D11EB-7F4F-4F4F-E1D1-DDC105CC5DC0}"/>
                </a:ext>
              </a:extLst>
            </p:cNvPr>
            <p:cNvSpPr txBox="1"/>
            <p:nvPr/>
          </p:nvSpPr>
          <p:spPr>
            <a:xfrm>
              <a:off x="4456644" y="806900"/>
              <a:ext cx="62228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>
                  <a:solidFill>
                    <a:prstClr val="black"/>
                  </a:solidFill>
                  <a:latin typeface="Aptos" panose="02110004020202020204"/>
                </a:rPr>
                <a:t>ICQ</a:t>
              </a:r>
            </a:p>
            <a:p>
              <a:r>
                <a:rPr lang="en-US">
                  <a:solidFill>
                    <a:prstClr val="black"/>
                  </a:solidFill>
                  <a:latin typeface="Aptos" panose="02110004020202020204"/>
                </a:rPr>
                <a:t>D</a:t>
              </a:r>
              <a:r>
                <a:rPr lang="en-US" altLang="zh-CN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isk</a:t>
              </a:r>
              <a:endParaRPr lang="en-US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50" name="Rectangle 10">
              <a:extLst>
                <a:ext uri="{FF2B5EF4-FFF2-40B4-BE49-F238E27FC236}">
                  <a16:creationId xmlns:a16="http://schemas.microsoft.com/office/drawing/2014/main" id="{FB4ADEBC-B8A1-3303-21EE-9DEFB2737109}"/>
                </a:ext>
              </a:extLst>
            </p:cNvPr>
            <p:cNvSpPr/>
            <p:nvPr/>
          </p:nvSpPr>
          <p:spPr>
            <a:xfrm>
              <a:off x="5219138" y="1408566"/>
              <a:ext cx="338328" cy="2553123"/>
            </a:xfrm>
            <a:prstGeom prst="rect">
              <a:avLst/>
            </a:prstGeom>
            <a:solidFill>
              <a:srgbClr val="4EA72E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TextBox 11">
              <a:extLst>
                <a:ext uri="{FF2B5EF4-FFF2-40B4-BE49-F238E27FC236}">
                  <a16:creationId xmlns:a16="http://schemas.microsoft.com/office/drawing/2014/main" id="{B88C973A-EC05-7EF4-B0F5-FF4D1BBFCE27}"/>
                </a:ext>
              </a:extLst>
            </p:cNvPr>
            <p:cNvSpPr txBox="1"/>
            <p:nvPr/>
          </p:nvSpPr>
          <p:spPr>
            <a:xfrm>
              <a:off x="5077159" y="806900"/>
              <a:ext cx="102143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Account</a:t>
              </a:r>
              <a:endParaRPr lang="en-US">
                <a:solidFill>
                  <a:prstClr val="black"/>
                </a:solidFill>
                <a:latin typeface="Aptos" panose="02110004020202020204"/>
              </a:endParaRPr>
            </a:p>
            <a:p>
              <a:r>
                <a:rPr lang="en-US">
                  <a:solidFill>
                    <a:prstClr val="black"/>
                  </a:solidFill>
                  <a:latin typeface="Aptos" panose="02110004020202020204"/>
                </a:rPr>
                <a:t>D</a:t>
              </a:r>
              <a:r>
                <a:rPr lang="en-US" altLang="zh-CN">
                  <a:solidFill>
                    <a:prstClr val="black"/>
                  </a:solidFill>
                  <a:latin typeface="Aptos" panose="02110004020202020204"/>
                  <a:ea typeface="等线" panose="02010600030101010101" pitchFamily="2" charset="-122"/>
                </a:rPr>
                <a:t>isk</a:t>
              </a:r>
              <a:endParaRPr lang="en-US">
                <a:solidFill>
                  <a:prstClr val="black"/>
                </a:solidFill>
                <a:latin typeface="Aptos" panose="02110004020202020204"/>
              </a:endParaRPr>
            </a:p>
          </p:txBody>
        </p:sp>
        <p:sp>
          <p:nvSpPr>
            <p:cNvPr id="52" name="Rectangle 12">
              <a:extLst>
                <a:ext uri="{FF2B5EF4-FFF2-40B4-BE49-F238E27FC236}">
                  <a16:creationId xmlns:a16="http://schemas.microsoft.com/office/drawing/2014/main" id="{B120F3CE-7D66-DF24-526A-E5CD665F30E5}"/>
                </a:ext>
              </a:extLst>
            </p:cNvPr>
            <p:cNvSpPr/>
            <p:nvPr/>
          </p:nvSpPr>
          <p:spPr>
            <a:xfrm>
              <a:off x="3331464" y="5333289"/>
              <a:ext cx="7714488" cy="1060704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3" name="Cylinder 13">
              <a:extLst>
                <a:ext uri="{FF2B5EF4-FFF2-40B4-BE49-F238E27FC236}">
                  <a16:creationId xmlns:a16="http://schemas.microsoft.com/office/drawing/2014/main" id="{8EF0DE71-612D-CC9B-ED3A-4ECDA07FF4D5}"/>
                </a:ext>
              </a:extLst>
            </p:cNvPr>
            <p:cNvSpPr/>
            <p:nvPr/>
          </p:nvSpPr>
          <p:spPr>
            <a:xfrm>
              <a:off x="4331208" y="5607609"/>
              <a:ext cx="1152144" cy="576072"/>
            </a:xfrm>
            <a:prstGeom prst="can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rPr>
                <a:t>Graph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4" name="Cylinder 14">
              <a:extLst>
                <a:ext uri="{FF2B5EF4-FFF2-40B4-BE49-F238E27FC236}">
                  <a16:creationId xmlns:a16="http://schemas.microsoft.com/office/drawing/2014/main" id="{0D12A763-00AE-F73C-6EB7-526F4E8B7D12}"/>
                </a:ext>
              </a:extLst>
            </p:cNvPr>
            <p:cNvSpPr/>
            <p:nvPr/>
          </p:nvSpPr>
          <p:spPr>
            <a:xfrm>
              <a:off x="6181346" y="5607609"/>
              <a:ext cx="1152144" cy="576072"/>
            </a:xfrm>
            <a:prstGeom prst="can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等线" panose="02010600030101010101" pitchFamily="2" charset="-122"/>
                  <a:cs typeface="+mn-cs"/>
                </a:rPr>
                <a:t>Vector</a:t>
              </a: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5" name="Cylinder 15">
              <a:extLst>
                <a:ext uri="{FF2B5EF4-FFF2-40B4-BE49-F238E27FC236}">
                  <a16:creationId xmlns:a16="http://schemas.microsoft.com/office/drawing/2014/main" id="{29D1A48C-DE0F-B6D3-9E55-2C14E27ABE12}"/>
                </a:ext>
              </a:extLst>
            </p:cNvPr>
            <p:cNvSpPr/>
            <p:nvPr/>
          </p:nvSpPr>
          <p:spPr>
            <a:xfrm>
              <a:off x="8007102" y="5607609"/>
              <a:ext cx="1417314" cy="576072"/>
            </a:xfrm>
            <a:prstGeom prst="can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Relational</a:t>
              </a:r>
            </a:p>
          </p:txBody>
        </p:sp>
        <p:sp>
          <p:nvSpPr>
            <p:cNvPr id="56" name="Rectangle 16">
              <a:extLst>
                <a:ext uri="{FF2B5EF4-FFF2-40B4-BE49-F238E27FC236}">
                  <a16:creationId xmlns:a16="http://schemas.microsoft.com/office/drawing/2014/main" id="{595153CC-109F-B81C-7444-A19ECD2B941B}"/>
                </a:ext>
              </a:extLst>
            </p:cNvPr>
            <p:cNvSpPr/>
            <p:nvPr/>
          </p:nvSpPr>
          <p:spPr>
            <a:xfrm>
              <a:off x="8046723" y="1648257"/>
              <a:ext cx="1289304" cy="2898648"/>
            </a:xfrm>
            <a:prstGeom prst="rect">
              <a:avLst/>
            </a:prstGeom>
            <a:solidFill>
              <a:srgbClr val="0E2841">
                <a:lumMod val="25000"/>
                <a:lumOff val="75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Steer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(Verify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Assign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Followup)</a:t>
              </a:r>
            </a:p>
          </p:txBody>
        </p:sp>
        <p:sp>
          <p:nvSpPr>
            <p:cNvPr id="57" name="Rectangle 17">
              <a:extLst>
                <a:ext uri="{FF2B5EF4-FFF2-40B4-BE49-F238E27FC236}">
                  <a16:creationId xmlns:a16="http://schemas.microsoft.com/office/drawing/2014/main" id="{FC636C01-1A7B-E45E-B3FD-A19E9517EBC7}"/>
                </a:ext>
              </a:extLst>
            </p:cNvPr>
            <p:cNvSpPr/>
            <p:nvPr/>
          </p:nvSpPr>
          <p:spPr>
            <a:xfrm>
              <a:off x="9637776" y="1648257"/>
              <a:ext cx="1289304" cy="2898648"/>
            </a:xfrm>
            <a:prstGeom prst="rect">
              <a:avLst/>
            </a:prstGeom>
            <a:solidFill>
              <a:srgbClr val="0E2841">
                <a:lumMod val="25000"/>
                <a:lumOff val="75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Dashboard</a:t>
              </a:r>
            </a:p>
          </p:txBody>
        </p:sp>
        <p:sp>
          <p:nvSpPr>
            <p:cNvPr id="58" name="Arrow: Down 18">
              <a:extLst>
                <a:ext uri="{FF2B5EF4-FFF2-40B4-BE49-F238E27FC236}">
                  <a16:creationId xmlns:a16="http://schemas.microsoft.com/office/drawing/2014/main" id="{69F0426B-166E-EA15-C05E-6A978FC0F099}"/>
                </a:ext>
              </a:extLst>
            </p:cNvPr>
            <p:cNvSpPr/>
            <p:nvPr/>
          </p:nvSpPr>
          <p:spPr>
            <a:xfrm>
              <a:off x="4560523" y="4688637"/>
              <a:ext cx="752856" cy="553212"/>
            </a:xfrm>
            <a:prstGeom prst="downArrow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9" name="Arrow: Up-Down 19">
              <a:extLst>
                <a:ext uri="{FF2B5EF4-FFF2-40B4-BE49-F238E27FC236}">
                  <a16:creationId xmlns:a16="http://schemas.microsoft.com/office/drawing/2014/main" id="{050BBF29-B0A9-54BE-0C70-6001AE10F339}"/>
                </a:ext>
              </a:extLst>
            </p:cNvPr>
            <p:cNvSpPr/>
            <p:nvPr/>
          </p:nvSpPr>
          <p:spPr>
            <a:xfrm>
              <a:off x="8357618" y="4546905"/>
              <a:ext cx="752856" cy="804672"/>
            </a:xfrm>
            <a:prstGeom prst="upDownArrow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0" name="Arrow: Down 20">
              <a:extLst>
                <a:ext uri="{FF2B5EF4-FFF2-40B4-BE49-F238E27FC236}">
                  <a16:creationId xmlns:a16="http://schemas.microsoft.com/office/drawing/2014/main" id="{2BD18D55-251A-2FCC-0E2F-716E40E360E9}"/>
                </a:ext>
              </a:extLst>
            </p:cNvPr>
            <p:cNvSpPr/>
            <p:nvPr/>
          </p:nvSpPr>
          <p:spPr>
            <a:xfrm rot="10800000">
              <a:off x="9906000" y="4672635"/>
              <a:ext cx="752856" cy="553212"/>
            </a:xfrm>
            <a:prstGeom prst="downArrow">
              <a:avLst/>
            </a:prstGeom>
            <a:solidFill>
              <a:sysClr val="window" lastClr="FFFFFF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1" name="Rectangle 21">
              <a:extLst>
                <a:ext uri="{FF2B5EF4-FFF2-40B4-BE49-F238E27FC236}">
                  <a16:creationId xmlns:a16="http://schemas.microsoft.com/office/drawing/2014/main" id="{F252519E-0DE1-F9B4-7289-863214DA080F}"/>
                </a:ext>
              </a:extLst>
            </p:cNvPr>
            <p:cNvSpPr/>
            <p:nvPr/>
          </p:nvSpPr>
          <p:spPr>
            <a:xfrm>
              <a:off x="1092708" y="5180128"/>
              <a:ext cx="1353312" cy="553212"/>
            </a:xfrm>
            <a:prstGeom prst="rect">
              <a:avLst/>
            </a:prstGeom>
            <a:solidFill>
              <a:srgbClr val="156082"/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IDM</a:t>
              </a:r>
            </a:p>
          </p:txBody>
        </p:sp>
        <p:sp>
          <p:nvSpPr>
            <p:cNvPr id="62" name="Rectangle 22">
              <a:extLst>
                <a:ext uri="{FF2B5EF4-FFF2-40B4-BE49-F238E27FC236}">
                  <a16:creationId xmlns:a16="http://schemas.microsoft.com/office/drawing/2014/main" id="{55B8220F-4933-7A52-888D-32978EF938B2}"/>
                </a:ext>
              </a:extLst>
            </p:cNvPr>
            <p:cNvSpPr/>
            <p:nvPr/>
          </p:nvSpPr>
          <p:spPr>
            <a:xfrm>
              <a:off x="1092708" y="5863641"/>
              <a:ext cx="1353312" cy="553212"/>
            </a:xfrm>
            <a:prstGeom prst="rect">
              <a:avLst/>
            </a:prstGeom>
            <a:solidFill>
              <a:srgbClr val="A02B93">
                <a:lumMod val="20000"/>
                <a:lumOff val="80000"/>
              </a:srgbClr>
            </a:solidFill>
            <a:ln w="19050" cap="flat" cmpd="sng" algn="ctr">
              <a:solidFill>
                <a:srgbClr val="156082">
                  <a:shade val="15000"/>
                </a:srgbClr>
              </a:solidFill>
              <a:prstDash val="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Policy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3162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9A559-2890-8E8A-336B-06CB3CF38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938" y="121598"/>
            <a:ext cx="10033000" cy="1344084"/>
          </a:xfrm>
        </p:spPr>
        <p:txBody>
          <a:bodyPr/>
          <a:lstStyle/>
          <a:p>
            <a:r>
              <a:rPr lang="en-US" sz="2800"/>
              <a:t>What</a:t>
            </a:r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A0713217-42B0-C716-0801-FDB397750D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08" y="436523"/>
            <a:ext cx="11390692" cy="637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683709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2D74D3-DE47-9146-B681-D985655CB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36" y="105059"/>
            <a:ext cx="10033000" cy="1344084"/>
          </a:xfrm>
        </p:spPr>
        <p:txBody>
          <a:bodyPr/>
          <a:lstStyle/>
          <a:p>
            <a:r>
              <a:rPr lang="en-US" altLang="zh-CN" sz="2800"/>
              <a:t>Foundation Prototype</a:t>
            </a:r>
            <a:endParaRPr lang="zh-CN" altLang="en-US" sz="2800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2BBACA07-2B28-5365-FEA3-0F8B06AA0C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19" y="439856"/>
            <a:ext cx="10684581" cy="63432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1998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Title 1">
            <a:extLst>
              <a:ext uri="{FF2B5EF4-FFF2-40B4-BE49-F238E27FC236}">
                <a16:creationId xmlns:a16="http://schemas.microsoft.com/office/drawing/2014/main" id="{EEC2C12C-A6E0-69F7-8526-20CD9935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374" y="120852"/>
            <a:ext cx="10515600" cy="1325563"/>
          </a:xfrm>
        </p:spPr>
        <p:txBody>
          <a:bodyPr>
            <a:normAutofit/>
          </a:bodyPr>
          <a:lstStyle/>
          <a:p>
            <a:r>
              <a:rPr lang="en-US" sz="2800"/>
              <a:t>Causal chain</a:t>
            </a:r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7529DF00-3D14-B180-7565-0A428ED6E85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1852" y="491534"/>
            <a:ext cx="11503448" cy="6298137"/>
          </a:xfrm>
          <a:prstGeom prst="rect">
            <a:avLst/>
          </a:prstGeom>
          <a:solidFill>
            <a:srgbClr val="FFFFFF"/>
          </a:solidFill>
        </p:spPr>
      </p:pic>
    </p:spTree>
    <p:extLst>
      <p:ext uri="{BB962C8B-B14F-4D97-AF65-F5344CB8AC3E}">
        <p14:creationId xmlns:p14="http://schemas.microsoft.com/office/powerpoint/2010/main" val="3618030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5EBAAD24-02EE-0548-1689-32628F213D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105" y="137843"/>
            <a:ext cx="11929241" cy="657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45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9C25226-A870-9C0B-804B-8EF20A92A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884" y="0"/>
            <a:ext cx="851223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347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3151E-B720-489F-C0D3-123EDC51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Disk Scan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E88D8-D93C-56B7-2E57-57E3C81FDDA1}"/>
              </a:ext>
            </a:extLst>
          </p:cNvPr>
          <p:cNvSpPr/>
          <p:nvPr/>
        </p:nvSpPr>
        <p:spPr>
          <a:xfrm>
            <a:off x="1490472" y="1690688"/>
            <a:ext cx="1252728" cy="6035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Browser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D82679-3100-69FD-E21F-E88BAA752121}"/>
              </a:ext>
            </a:extLst>
          </p:cNvPr>
          <p:cNvSpPr/>
          <p:nvPr/>
        </p:nvSpPr>
        <p:spPr>
          <a:xfrm>
            <a:off x="5795010" y="1690688"/>
            <a:ext cx="1252728" cy="6035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err="1"/>
              <a:t>Ingestor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0D9DE-0D6E-324F-304C-BA6065F23F0D}"/>
              </a:ext>
            </a:extLst>
          </p:cNvPr>
          <p:cNvSpPr/>
          <p:nvPr/>
        </p:nvSpPr>
        <p:spPr>
          <a:xfrm>
            <a:off x="8008620" y="1690688"/>
            <a:ext cx="1252728" cy="6035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Dimension</a:t>
            </a:r>
          </a:p>
          <a:p>
            <a:pPr algn="ctr"/>
            <a:r>
              <a:rPr lang="en-US"/>
              <a:t>tagging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778247-1A23-AA7A-A871-3AA08C5AAFF3}"/>
              </a:ext>
            </a:extLst>
          </p:cNvPr>
          <p:cNvSpPr/>
          <p:nvPr/>
        </p:nvSpPr>
        <p:spPr>
          <a:xfrm>
            <a:off x="3585210" y="1690688"/>
            <a:ext cx="1252728" cy="6035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Backend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5B15AE-47D1-E122-09C9-12D4C413B06E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2116836" y="2294192"/>
            <a:ext cx="0" cy="388715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2A8F733-3EEB-0E5A-43E6-9E98C4626F4E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211574" y="2294192"/>
            <a:ext cx="0" cy="3768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F8B6E06-DAC0-DF36-B4DB-271FA8F56B8D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6421374" y="2294192"/>
            <a:ext cx="0" cy="3768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58EF933-8E23-012E-3B7F-DC0788780701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631174" y="2294192"/>
            <a:ext cx="3810" cy="37682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B030088-6EB9-2C4E-3883-A302D633989A}"/>
              </a:ext>
            </a:extLst>
          </p:cNvPr>
          <p:cNvSpPr/>
          <p:nvPr/>
        </p:nvSpPr>
        <p:spPr>
          <a:xfrm>
            <a:off x="2020824" y="2706624"/>
            <a:ext cx="228600" cy="23682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68D88-1F5C-8E79-852A-0EDA701DA0D2}"/>
              </a:ext>
            </a:extLst>
          </p:cNvPr>
          <p:cNvSpPr/>
          <p:nvPr/>
        </p:nvSpPr>
        <p:spPr>
          <a:xfrm>
            <a:off x="1993201" y="5325992"/>
            <a:ext cx="228600" cy="7488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DBB215-30AE-0499-C903-544C83445BD9}"/>
              </a:ext>
            </a:extLst>
          </p:cNvPr>
          <p:cNvSpPr txBox="1"/>
          <p:nvPr/>
        </p:nvSpPr>
        <p:spPr>
          <a:xfrm>
            <a:off x="810769" y="3267640"/>
            <a:ext cx="1258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scan first file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66FD907-E3BC-E76C-D3FB-CA115EAEE8F7}"/>
              </a:ext>
            </a:extLst>
          </p:cNvPr>
          <p:cNvSpPr txBox="1"/>
          <p:nvPr/>
        </p:nvSpPr>
        <p:spPr>
          <a:xfrm>
            <a:off x="695709" y="5652497"/>
            <a:ext cx="1420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scan second file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9AE255-F924-19B6-51E3-DCB8563E1818}"/>
              </a:ext>
            </a:extLst>
          </p:cNvPr>
          <p:cNvSpPr/>
          <p:nvPr/>
        </p:nvSpPr>
        <p:spPr>
          <a:xfrm>
            <a:off x="4106798" y="2735743"/>
            <a:ext cx="228600" cy="603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F23E97F-6874-C6C9-57AB-E1A5ACBB8F16}"/>
              </a:ext>
            </a:extLst>
          </p:cNvPr>
          <p:cNvCxnSpPr/>
          <p:nvPr/>
        </p:nvCxnSpPr>
        <p:spPr>
          <a:xfrm>
            <a:off x="2249424" y="2807208"/>
            <a:ext cx="18562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65FF5F9-41D2-FEEB-9BEE-B00257AB64E5}"/>
              </a:ext>
            </a:extLst>
          </p:cNvPr>
          <p:cNvSpPr/>
          <p:nvPr/>
        </p:nvSpPr>
        <p:spPr>
          <a:xfrm>
            <a:off x="6297548" y="2778229"/>
            <a:ext cx="228600" cy="5610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AA8E254-C053-1434-ED28-3FF59296A19E}"/>
              </a:ext>
            </a:extLst>
          </p:cNvPr>
          <p:cNvCxnSpPr>
            <a:cxnSpLocks/>
          </p:cNvCxnSpPr>
          <p:nvPr/>
        </p:nvCxnSpPr>
        <p:spPr>
          <a:xfrm>
            <a:off x="4335398" y="2877312"/>
            <a:ext cx="19621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5B2153A0-4EDC-FD19-1920-66D7697A03B2}"/>
              </a:ext>
            </a:extLst>
          </p:cNvPr>
          <p:cNvSpPr/>
          <p:nvPr/>
        </p:nvSpPr>
        <p:spPr>
          <a:xfrm>
            <a:off x="4105656" y="3518756"/>
            <a:ext cx="228600" cy="603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2732409-7607-909F-C871-91B6DC3AD4CD}"/>
              </a:ext>
            </a:extLst>
          </p:cNvPr>
          <p:cNvCxnSpPr/>
          <p:nvPr/>
        </p:nvCxnSpPr>
        <p:spPr>
          <a:xfrm flipH="1">
            <a:off x="4334256" y="3267640"/>
            <a:ext cx="19632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0CE2DE71-025D-3B7B-3949-2A9EA6BD4810}"/>
              </a:ext>
            </a:extLst>
          </p:cNvPr>
          <p:cNvSpPr/>
          <p:nvPr/>
        </p:nvSpPr>
        <p:spPr>
          <a:xfrm>
            <a:off x="8516874" y="3501678"/>
            <a:ext cx="228600" cy="6035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76063C-8A60-0C9E-7EB5-E900D1E2F3F9}"/>
              </a:ext>
            </a:extLst>
          </p:cNvPr>
          <p:cNvCxnSpPr>
            <a:cxnSpLocks/>
          </p:cNvCxnSpPr>
          <p:nvPr/>
        </p:nvCxnSpPr>
        <p:spPr>
          <a:xfrm>
            <a:off x="4335398" y="3614928"/>
            <a:ext cx="418147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E1A497-CFE7-6ABB-B7F3-37B2782778D0}"/>
              </a:ext>
            </a:extLst>
          </p:cNvPr>
          <p:cNvCxnSpPr>
            <a:cxnSpLocks/>
          </p:cNvCxnSpPr>
          <p:nvPr/>
        </p:nvCxnSpPr>
        <p:spPr>
          <a:xfrm flipH="1">
            <a:off x="4334256" y="3996112"/>
            <a:ext cx="418261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4E33A3-8461-8961-D9DA-002AC560D6D2}"/>
              </a:ext>
            </a:extLst>
          </p:cNvPr>
          <p:cNvCxnSpPr/>
          <p:nvPr/>
        </p:nvCxnSpPr>
        <p:spPr>
          <a:xfrm flipH="1">
            <a:off x="2248282" y="4563806"/>
            <a:ext cx="19632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F1057706-8B67-9E0C-DF5F-D6A0F5213169}"/>
              </a:ext>
            </a:extLst>
          </p:cNvPr>
          <p:cNvSpPr txBox="1"/>
          <p:nvPr/>
        </p:nvSpPr>
        <p:spPr>
          <a:xfrm>
            <a:off x="6478525" y="2906694"/>
            <a:ext cx="1258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parsing first file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685B2E-92F6-072E-9DDE-008EE5F5CCE5}"/>
              </a:ext>
            </a:extLst>
          </p:cNvPr>
          <p:cNvSpPr txBox="1"/>
          <p:nvPr/>
        </p:nvSpPr>
        <p:spPr>
          <a:xfrm>
            <a:off x="4348544" y="3018882"/>
            <a:ext cx="1258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feed file content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423D7CF-C52E-06B6-0809-688E3C01B9F0}"/>
              </a:ext>
            </a:extLst>
          </p:cNvPr>
          <p:cNvSpPr txBox="1"/>
          <p:nvPr/>
        </p:nvSpPr>
        <p:spPr>
          <a:xfrm>
            <a:off x="2910937" y="4148308"/>
            <a:ext cx="15786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record/store file 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CAE414E-66F5-8C66-957A-FCFFB47240C7}"/>
              </a:ext>
            </a:extLst>
          </p:cNvPr>
          <p:cNvSpPr txBox="1"/>
          <p:nvPr/>
        </p:nvSpPr>
        <p:spPr>
          <a:xfrm>
            <a:off x="7315963" y="3650626"/>
            <a:ext cx="12580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tagging first file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51E8CEB-EAB9-673D-F7F3-A6DA92B10A5D}"/>
              </a:ext>
            </a:extLst>
          </p:cNvPr>
          <p:cNvSpPr txBox="1"/>
          <p:nvPr/>
        </p:nvSpPr>
        <p:spPr>
          <a:xfrm>
            <a:off x="4318636" y="2656978"/>
            <a:ext cx="1322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Call parsing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A0643FB-1AFC-F307-8D30-0A0D1A247494}"/>
              </a:ext>
            </a:extLst>
          </p:cNvPr>
          <p:cNvSpPr txBox="1"/>
          <p:nvPr/>
        </p:nvSpPr>
        <p:spPr>
          <a:xfrm>
            <a:off x="2230372" y="2568124"/>
            <a:ext cx="1322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Call scanning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39B0E8-6988-F291-44A5-94984B3BE86B}"/>
              </a:ext>
            </a:extLst>
          </p:cNvPr>
          <p:cNvSpPr txBox="1"/>
          <p:nvPr/>
        </p:nvSpPr>
        <p:spPr>
          <a:xfrm>
            <a:off x="4334256" y="3374851"/>
            <a:ext cx="1322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Call tagging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E40E6FC-F33E-8937-75CF-D8231EB312BE}"/>
              </a:ext>
            </a:extLst>
          </p:cNvPr>
          <p:cNvSpPr txBox="1"/>
          <p:nvPr/>
        </p:nvSpPr>
        <p:spPr>
          <a:xfrm>
            <a:off x="4356355" y="3759060"/>
            <a:ext cx="1800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Tell tagging is starting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D63C92-E2E9-8FEA-D2CB-D213B3B28F51}"/>
              </a:ext>
            </a:extLst>
          </p:cNvPr>
          <p:cNvSpPr/>
          <p:nvPr/>
        </p:nvSpPr>
        <p:spPr>
          <a:xfrm>
            <a:off x="4097274" y="4198305"/>
            <a:ext cx="228600" cy="365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DA1925C-3636-CDB2-0AE2-F1540CC02ADC}"/>
              </a:ext>
            </a:extLst>
          </p:cNvPr>
          <p:cNvSpPr/>
          <p:nvPr/>
        </p:nvSpPr>
        <p:spPr>
          <a:xfrm>
            <a:off x="4102229" y="4637216"/>
            <a:ext cx="228600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B71D46-6968-6D73-69D0-F0F35E6E31B6}"/>
              </a:ext>
            </a:extLst>
          </p:cNvPr>
          <p:cNvSpPr/>
          <p:nvPr/>
        </p:nvSpPr>
        <p:spPr>
          <a:xfrm>
            <a:off x="8516874" y="4599617"/>
            <a:ext cx="228600" cy="2769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33B31B8-4D3E-9CA0-D2C7-2C6D663B7E93}"/>
              </a:ext>
            </a:extLst>
          </p:cNvPr>
          <p:cNvCxnSpPr>
            <a:endCxn id="53" idx="1"/>
          </p:cNvCxnSpPr>
          <p:nvPr/>
        </p:nvCxnSpPr>
        <p:spPr>
          <a:xfrm>
            <a:off x="2249424" y="4775715"/>
            <a:ext cx="1852805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A6EDD5B-512D-E1F8-6237-0FE7FE3300CE}"/>
              </a:ext>
            </a:extLst>
          </p:cNvPr>
          <p:cNvCxnSpPr>
            <a:stCxn id="53" idx="3"/>
            <a:endCxn id="54" idx="1"/>
          </p:cNvCxnSpPr>
          <p:nvPr/>
        </p:nvCxnSpPr>
        <p:spPr>
          <a:xfrm flipV="1">
            <a:off x="4330829" y="4738117"/>
            <a:ext cx="4186045" cy="375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872B77CF-7CE3-01C1-BB7F-170A0C2515D1}"/>
              </a:ext>
            </a:extLst>
          </p:cNvPr>
          <p:cNvSpPr txBox="1"/>
          <p:nvPr/>
        </p:nvSpPr>
        <p:spPr>
          <a:xfrm>
            <a:off x="2211801" y="4315404"/>
            <a:ext cx="18002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Tell scanning is starting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B72E4BE-36B9-17A3-4EDA-0AAD12DF949B}"/>
              </a:ext>
            </a:extLst>
          </p:cNvPr>
          <p:cNvSpPr txBox="1"/>
          <p:nvPr/>
        </p:nvSpPr>
        <p:spPr>
          <a:xfrm>
            <a:off x="2448974" y="4531262"/>
            <a:ext cx="1457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sync tagging status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E4ADA7F-DB3E-82F2-98C5-C632123F0E49}"/>
              </a:ext>
            </a:extLst>
          </p:cNvPr>
          <p:cNvSpPr txBox="1"/>
          <p:nvPr/>
        </p:nvSpPr>
        <p:spPr>
          <a:xfrm>
            <a:off x="5586675" y="4521481"/>
            <a:ext cx="14579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/>
              <a:t>sync tagging status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B340F2A-F5B8-0AF8-73C7-2483B1D13EE1}"/>
              </a:ext>
            </a:extLst>
          </p:cNvPr>
          <p:cNvSpPr txBox="1"/>
          <p:nvPr/>
        </p:nvSpPr>
        <p:spPr>
          <a:xfrm>
            <a:off x="2369286" y="5432313"/>
            <a:ext cx="8686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……</a:t>
            </a:r>
          </a:p>
        </p:txBody>
      </p:sp>
    </p:spTree>
    <p:extLst>
      <p:ext uri="{BB962C8B-B14F-4D97-AF65-F5344CB8AC3E}">
        <p14:creationId xmlns:p14="http://schemas.microsoft.com/office/powerpoint/2010/main" val="1408863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B42BA-3500-72A7-07B5-03373389A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workflow</a:t>
            </a:r>
            <a:r>
              <a:rPr lang="ja-JP" altLang="en-US"/>
              <a:t>调研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83774-A229-EBE0-B52E-940624F53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altLang="en-US" sz="2400">
                <a:latin typeface="Calibri"/>
                <a:ea typeface="+mn-lt"/>
                <a:cs typeface="Calibri"/>
              </a:rPr>
              <a:t>技术路线</a:t>
            </a:r>
            <a:r>
              <a:rPr lang="en-US" altLang="ja-JP" sz="2400">
                <a:latin typeface="Calibri"/>
                <a:ea typeface="+mn-lt"/>
                <a:cs typeface="Calibri"/>
              </a:rPr>
              <a:t>/</a:t>
            </a:r>
            <a:r>
              <a:rPr lang="ja-JP" altLang="en-US" sz="2400">
                <a:latin typeface="Calibri"/>
                <a:ea typeface="+mn-lt"/>
                <a:cs typeface="Calibri"/>
              </a:rPr>
              <a:t>框架</a:t>
            </a:r>
            <a:endParaRPr lang="ja-JP" altLang="en-US" sz="2400">
              <a:latin typeface="Aptos" panose="020B0004020202020204"/>
              <a:ea typeface="+mn-lt"/>
              <a:cs typeface="Calibri"/>
            </a:endParaRPr>
          </a:p>
          <a:p>
            <a:pPr marL="0" indent="0">
              <a:buNone/>
            </a:pPr>
            <a:r>
              <a:rPr lang="ja-JP" sz="1800">
                <a:solidFill>
                  <a:srgbClr val="92D050"/>
                </a:solidFill>
                <a:latin typeface="Calibri"/>
                <a:ea typeface="+mn-lt"/>
                <a:cs typeface="Calibri"/>
              </a:rPr>
              <a:t>LangChain</a:t>
            </a:r>
            <a:r>
              <a:rPr lang="ja-JP" sz="1800">
                <a:latin typeface="Calibri"/>
                <a:ea typeface="+mn-lt"/>
                <a:cs typeface="Calibri"/>
              </a:rPr>
              <a:t> + </a:t>
            </a:r>
            <a:r>
              <a:rPr lang="ja-JP" sz="1800">
                <a:solidFill>
                  <a:srgbClr val="92D050"/>
                </a:solidFill>
                <a:latin typeface="Calibri"/>
                <a:ea typeface="+mn-lt"/>
                <a:cs typeface="Calibri"/>
              </a:rPr>
              <a:t>LangGraph</a:t>
            </a:r>
            <a:r>
              <a:rPr lang="ja-JP" sz="1800">
                <a:latin typeface="Calibri"/>
                <a:ea typeface="+mn-lt"/>
                <a:cs typeface="Calibri"/>
              </a:rPr>
              <a:t> + </a:t>
            </a:r>
            <a:r>
              <a:rPr lang="ja-JP" sz="1800">
                <a:solidFill>
                  <a:srgbClr val="92D050"/>
                </a:solidFill>
                <a:latin typeface="Calibri"/>
                <a:ea typeface="+mn-lt"/>
                <a:cs typeface="Calibri"/>
              </a:rPr>
              <a:t>React Flow</a:t>
            </a:r>
            <a:r>
              <a:rPr lang="en-US" altLang="ja-JP" sz="1800">
                <a:solidFill>
                  <a:srgbClr val="92D050"/>
                </a:solidFill>
                <a:latin typeface="Calibri"/>
                <a:ea typeface="+mn-lt"/>
                <a:cs typeface="Calibri"/>
              </a:rPr>
              <a:t>(</a:t>
            </a:r>
            <a:r>
              <a:rPr lang="ja-JP" sz="1800">
                <a:latin typeface="Calibri"/>
                <a:ea typeface="+mn-lt"/>
                <a:cs typeface="Calibri"/>
              </a:rPr>
              <a:t>拖拽 UI</a:t>
            </a:r>
            <a:r>
              <a:rPr lang="en-US" altLang="ja-JP" sz="1800">
                <a:latin typeface="Calibri"/>
                <a:ea typeface="+mn-lt"/>
                <a:cs typeface="Calibri"/>
              </a:rPr>
              <a:t>)</a:t>
            </a:r>
            <a:r>
              <a:rPr lang="ja-JP" sz="1800">
                <a:latin typeface="Calibri"/>
                <a:ea typeface="+mn-lt"/>
                <a:cs typeface="Calibri"/>
              </a:rPr>
              <a:t>+ Langfuse</a:t>
            </a:r>
            <a:r>
              <a:rPr lang="en-US" altLang="ja-JP" sz="1800">
                <a:latin typeface="Calibri"/>
                <a:ea typeface="+mn-lt"/>
                <a:cs typeface="Calibri"/>
              </a:rPr>
              <a:t>(</a:t>
            </a:r>
            <a:r>
              <a:rPr lang="ja-JP" sz="1800">
                <a:latin typeface="Calibri"/>
                <a:ea typeface="+mn-lt"/>
                <a:cs typeface="Calibri"/>
              </a:rPr>
              <a:t>观测与</a:t>
            </a:r>
            <a:r>
              <a:rPr lang="ja-JP" altLang="en-US" sz="1800">
                <a:latin typeface="Calibri"/>
                <a:ea typeface="+mn-lt"/>
                <a:cs typeface="Calibri"/>
              </a:rPr>
              <a:t>调试</a:t>
            </a:r>
            <a:r>
              <a:rPr lang="en-US" altLang="en-US" sz="1800">
                <a:latin typeface="Calibri"/>
                <a:ea typeface="+mn-lt"/>
                <a:cs typeface="Calibri"/>
              </a:rPr>
              <a:t>)</a:t>
            </a:r>
            <a:r>
              <a:rPr lang="ja-JP" sz="1800">
                <a:latin typeface="Calibri"/>
                <a:ea typeface="+mn-lt"/>
                <a:cs typeface="Calibri"/>
              </a:rPr>
              <a:t>+ Temporal(长跑</a:t>
            </a:r>
            <a:r>
              <a:rPr lang="ja-JP" altLang="en-US" sz="1800">
                <a:latin typeface="Calibri"/>
                <a:ea typeface="+mn-lt"/>
                <a:cs typeface="Calibri"/>
              </a:rPr>
              <a:t>，后期可以加入</a:t>
            </a:r>
            <a:r>
              <a:rPr lang="ja-JP" sz="1800">
                <a:latin typeface="Calibri"/>
                <a:ea typeface="+mn-lt"/>
                <a:cs typeface="Calibri"/>
              </a:rPr>
              <a:t>)   </a:t>
            </a:r>
            <a:r>
              <a:rPr lang="en-US" altLang="ja-JP" sz="1800">
                <a:latin typeface="Calibri"/>
                <a:ea typeface="+mn-lt"/>
                <a:cs typeface="Calibri"/>
              </a:rPr>
              <a:t>: OK</a:t>
            </a:r>
            <a:endParaRPr lang="ja-JP" altLang="en-US" sz="1800">
              <a:latin typeface="Aptos" panose="020B0004020202020204"/>
              <a:ea typeface="+mn-lt"/>
              <a:cs typeface="Calibri"/>
            </a:endParaRPr>
          </a:p>
          <a:p>
            <a:pPr marL="0" indent="0">
              <a:buNone/>
            </a:pPr>
            <a:endParaRPr lang="ja-JP" sz="1800">
              <a:latin typeface="Calibri"/>
              <a:ea typeface="+mn-lt"/>
              <a:cs typeface="Calibri"/>
            </a:endParaRPr>
          </a:p>
          <a:p>
            <a:pPr marL="0" indent="0">
              <a:buNone/>
            </a:pPr>
            <a:r>
              <a:rPr lang="ja-JP" altLang="en-US" sz="1800" b="1">
                <a:latin typeface="Calibri"/>
                <a:ea typeface="+mn-lt"/>
                <a:cs typeface="Calibri"/>
              </a:rPr>
              <a:t>业务价值：该技术/框架可以实现</a:t>
            </a:r>
            <a:r>
              <a:rPr lang="ja-JP" sz="1800" b="1">
                <a:ea typeface="+mn-lt"/>
                <a:cs typeface="+mn-lt"/>
              </a:rPr>
              <a:t>一个可视化的、支持复杂逻辑和人机交互的、极其稳定可靠且透明的智能体工作流平台</a:t>
            </a:r>
            <a:endParaRPr lang="ja-JP" altLang="en-US" sz="1800" b="1">
              <a:ea typeface="+mn-lt"/>
              <a:cs typeface="+mn-lt"/>
            </a:endParaRPr>
          </a:p>
          <a:p>
            <a:pPr marL="0" indent="0">
              <a:buNone/>
            </a:pPr>
            <a:endParaRPr lang="ja-JP" altLang="en-US" sz="1800">
              <a:ea typeface="+mn-lt"/>
              <a:cs typeface="+mn-lt"/>
            </a:endParaRPr>
          </a:p>
          <a:p>
            <a:endParaRPr lang="ja-JP" altLang="en-US" sz="1800">
              <a:latin typeface="Aptos"/>
              <a:ea typeface="ＭＳ Ｐゴシック"/>
              <a:cs typeface="Calibri"/>
            </a:endParaRPr>
          </a:p>
          <a:p>
            <a:pPr marL="0" indent="0">
              <a:buNone/>
            </a:pPr>
            <a:endParaRPr lang="en-US" altLang="ja-JP" sz="1800">
              <a:latin typeface="Aptos"/>
              <a:ea typeface="ＭＳ Ｐゴシック"/>
              <a:cs typeface="Calibri"/>
            </a:endParaRPr>
          </a:p>
          <a:p>
            <a:endParaRPr lang="ja-JP" sz="1100">
              <a:latin typeface="Aptos"/>
              <a:ea typeface="ＭＳ Ｐゴシック"/>
              <a:cs typeface="Calibri"/>
            </a:endParaRPr>
          </a:p>
          <a:p>
            <a:endParaRPr lang="en-US" altLang="ja-JP" sz="1100">
              <a:latin typeface="Aptos"/>
              <a:ea typeface="ＭＳ Ｐゴシック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0440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EA6A3-9DED-A5E7-F905-3DBF3CF7F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312" y="489774"/>
            <a:ext cx="11249377" cy="565896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ja-JP" sz="1800" b="1">
                <a:ea typeface="+mn-lt"/>
                <a:cs typeface="+mn-lt"/>
              </a:rPr>
              <a:t>价值</a:t>
            </a:r>
            <a:r>
              <a:rPr lang="ja-JP" altLang="en-US" sz="1800" b="1">
                <a:ea typeface="+mn-lt"/>
                <a:cs typeface="+mn-lt"/>
              </a:rPr>
              <a:t>一</a:t>
            </a:r>
            <a:r>
              <a:rPr lang="ja-JP" sz="1800" b="1">
                <a:ea typeface="+mn-lt"/>
                <a:cs typeface="+mn-lt"/>
              </a:rPr>
              <a:t>：</a:t>
            </a:r>
            <a:r>
              <a:rPr lang="ja-JP" altLang="en-US" sz="1800" b="1">
                <a:ea typeface="+mn-lt"/>
                <a:cs typeface="+mn-lt"/>
              </a:rPr>
              <a:t>处理复杂的动态业务逻辑</a:t>
            </a:r>
            <a:endParaRPr lang="en-US" sz="1800" b="1">
              <a:ea typeface="+mn-lt"/>
              <a:cs typeface="+mn-lt"/>
            </a:endParaRPr>
          </a:p>
          <a:p>
            <a:r>
              <a:rPr lang="en-US" sz="1800" b="1" err="1">
                <a:ea typeface="+mn-lt"/>
                <a:cs typeface="+mn-lt"/>
              </a:rPr>
              <a:t>LangGraph</a:t>
            </a:r>
            <a:r>
              <a:rPr lang="ja-JP" altLang="en-US" sz="1800" b="1">
                <a:ea typeface="+mn-lt"/>
                <a:cs typeface="+mn-lt"/>
              </a:rPr>
              <a:t>：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提供了图结构和循环能力。这使得构建真正的</a:t>
            </a:r>
            <a:r>
              <a:rPr lang="en-US" altLang="ja-JP" sz="1800">
                <a:ea typeface="+mn-lt"/>
                <a:cs typeface="+mn-lt"/>
              </a:rPr>
              <a:t>“</a:t>
            </a:r>
            <a:r>
              <a:rPr lang="ja-JP" altLang="en-US" sz="1800">
                <a:ea typeface="+mn-lt"/>
                <a:cs typeface="+mn-lt"/>
              </a:rPr>
              <a:t>自主</a:t>
            </a:r>
            <a:r>
              <a:rPr lang="en-US" sz="1800">
                <a:ea typeface="+mn-lt"/>
                <a:cs typeface="+mn-lt"/>
              </a:rPr>
              <a:t> Agent</a:t>
            </a:r>
            <a:r>
              <a:rPr lang="en-US" altLang="ja-JP" sz="1800">
                <a:ea typeface="+mn-lt"/>
                <a:cs typeface="+mn-lt"/>
              </a:rPr>
              <a:t>”</a:t>
            </a:r>
            <a:r>
              <a:rPr lang="ja-JP" altLang="en-US" sz="1800">
                <a:ea typeface="+mn-lt"/>
                <a:cs typeface="+mn-lt"/>
              </a:rPr>
              <a:t>成为可能。客户可以定义非常复杂的</a:t>
            </a:r>
            <a:r>
              <a:rPr lang="en-US" sz="1800">
                <a:ea typeface="+mn-lt"/>
                <a:cs typeface="+mn-lt"/>
              </a:rPr>
              <a:t> SOP (</a:t>
            </a:r>
            <a:r>
              <a:rPr lang="ja-JP" altLang="en-US" sz="1800">
                <a:ea typeface="+mn-lt"/>
                <a:cs typeface="+mn-lt"/>
              </a:rPr>
              <a:t>标准作业程序</a:t>
            </a:r>
            <a:r>
              <a:rPr lang="en-US" sz="1800">
                <a:ea typeface="+mn-lt"/>
                <a:cs typeface="+mn-lt"/>
              </a:rPr>
              <a:t>)</a:t>
            </a:r>
            <a:r>
              <a:rPr lang="ja-JP" altLang="en-US" sz="1800">
                <a:ea typeface="+mn-lt"/>
                <a:cs typeface="+mn-lt"/>
              </a:rPr>
              <a:t>，让</a:t>
            </a:r>
            <a:r>
              <a:rPr lang="en-US" sz="1800">
                <a:ea typeface="+mn-lt"/>
                <a:cs typeface="+mn-lt"/>
              </a:rPr>
              <a:t> AI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在框架内自主决策、自我纠错、循环尝试，直到达成目标；</a:t>
            </a:r>
            <a:endParaRPr lang="en-US" altLang="ja-JP" sz="1800">
              <a:ea typeface="+mn-lt"/>
              <a:cs typeface="+mn-lt"/>
            </a:endParaRPr>
          </a:p>
          <a:p>
            <a:endParaRPr lang="ja-JP" alt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ja-JP" sz="1800" b="1">
                <a:ea typeface="+mn-lt"/>
                <a:cs typeface="+mn-lt"/>
              </a:rPr>
              <a:t>价值</a:t>
            </a:r>
            <a:r>
              <a:rPr lang="ja-JP" altLang="en-US" sz="1800" b="1">
                <a:ea typeface="+mn-lt"/>
                <a:cs typeface="+mn-lt"/>
              </a:rPr>
              <a:t>二</a:t>
            </a:r>
            <a:r>
              <a:rPr lang="ja-JP" sz="1800" b="1">
                <a:ea typeface="+mn-lt"/>
                <a:cs typeface="+mn-lt"/>
              </a:rPr>
              <a:t>：</a:t>
            </a:r>
            <a:r>
              <a:rPr lang="ja-JP" altLang="en-US" sz="1800" b="1">
                <a:ea typeface="+mn-lt"/>
                <a:cs typeface="+mn-lt"/>
              </a:rPr>
              <a:t>实现可信赖的人机协作</a:t>
            </a:r>
            <a:endParaRPr lang="en-US" sz="1800" b="1">
              <a:ea typeface="+mn-lt"/>
              <a:cs typeface="+mn-lt"/>
            </a:endParaRPr>
          </a:p>
          <a:p>
            <a:r>
              <a:rPr lang="en-US" sz="1800" b="1" err="1">
                <a:ea typeface="+mn-lt"/>
                <a:cs typeface="+mn-lt"/>
              </a:rPr>
              <a:t>LangGraph</a:t>
            </a:r>
            <a:r>
              <a:rPr lang="en-US" sz="1800" b="1">
                <a:ea typeface="+mn-lt"/>
                <a:cs typeface="+mn-lt"/>
              </a:rPr>
              <a:t> HITL + React Flow UI：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err="1">
                <a:ea typeface="+mn-lt"/>
                <a:cs typeface="+mn-lt"/>
              </a:rPr>
              <a:t>LangGraph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原生支持在图的特定节点</a:t>
            </a:r>
            <a:r>
              <a:rPr lang="en-US" altLang="ja-JP" sz="1800">
                <a:ea typeface="+mn-lt"/>
                <a:cs typeface="+mn-lt"/>
              </a:rPr>
              <a:t>“</a:t>
            </a:r>
            <a:r>
              <a:rPr lang="ja-JP" altLang="en-US" sz="1800">
                <a:ea typeface="+mn-lt"/>
                <a:cs typeface="+mn-lt"/>
              </a:rPr>
              <a:t>中断</a:t>
            </a:r>
            <a:r>
              <a:rPr lang="en-US" altLang="ja-JP" sz="1800">
                <a:ea typeface="+mn-lt"/>
                <a:cs typeface="+mn-lt"/>
              </a:rPr>
              <a:t>”</a:t>
            </a:r>
            <a:r>
              <a:rPr lang="ja-JP" altLang="en-US" sz="1800">
                <a:ea typeface="+mn-lt"/>
                <a:cs typeface="+mn-lt"/>
              </a:rPr>
              <a:t>执行，等待外部信号。结合</a:t>
            </a:r>
            <a:r>
              <a:rPr lang="en-US" sz="1800">
                <a:ea typeface="+mn-lt"/>
                <a:cs typeface="+mn-lt"/>
              </a:rPr>
              <a:t> React Flow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的</a:t>
            </a:r>
            <a:r>
              <a:rPr lang="en-US" sz="1800">
                <a:ea typeface="+mn-lt"/>
                <a:cs typeface="+mn-lt"/>
              </a:rPr>
              <a:t> UI</a:t>
            </a:r>
            <a:r>
              <a:rPr lang="ja-JP" altLang="en-US" sz="1800">
                <a:ea typeface="+mn-lt"/>
                <a:cs typeface="+mn-lt"/>
              </a:rPr>
              <a:t>，可以完美实现</a:t>
            </a:r>
            <a:r>
              <a:rPr lang="en-US" sz="1800">
                <a:ea typeface="+mn-lt"/>
                <a:cs typeface="+mn-lt"/>
              </a:rPr>
              <a:t>“AI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处理</a:t>
            </a:r>
            <a:r>
              <a:rPr lang="en-US" sz="1800">
                <a:ea typeface="+mn-lt"/>
                <a:cs typeface="+mn-lt"/>
              </a:rPr>
              <a:t> 80% -&gt;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关键节点弹窗给人工审批</a:t>
            </a:r>
            <a:r>
              <a:rPr lang="en-US" sz="1800">
                <a:ea typeface="+mn-lt"/>
                <a:cs typeface="+mn-lt"/>
              </a:rPr>
              <a:t> -&gt;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人工修改</a:t>
            </a:r>
            <a:r>
              <a:rPr lang="en-US" sz="1800">
                <a:ea typeface="+mn-lt"/>
                <a:cs typeface="+mn-lt"/>
              </a:rPr>
              <a:t>/</a:t>
            </a:r>
            <a:r>
              <a:rPr lang="ja-JP" altLang="en-US" sz="1800">
                <a:ea typeface="+mn-lt"/>
                <a:cs typeface="+mn-lt"/>
              </a:rPr>
              <a:t>确认</a:t>
            </a:r>
            <a:r>
              <a:rPr lang="en-US" sz="1800">
                <a:ea typeface="+mn-lt"/>
                <a:cs typeface="+mn-lt"/>
              </a:rPr>
              <a:t> -&gt; AI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继续执行剩余</a:t>
            </a:r>
            <a:r>
              <a:rPr lang="en-US" sz="1800">
                <a:ea typeface="+mn-lt"/>
                <a:cs typeface="+mn-lt"/>
              </a:rPr>
              <a:t> 20%”</a:t>
            </a:r>
            <a:r>
              <a:rPr lang="ja-JP" altLang="en-US" sz="1800">
                <a:ea typeface="+mn-lt"/>
                <a:cs typeface="+mn-lt"/>
              </a:rPr>
              <a:t>的模式</a:t>
            </a:r>
            <a:r>
              <a:rPr lang="en-US" sz="1800">
                <a:ea typeface="+mn-lt"/>
                <a:cs typeface="+mn-lt"/>
              </a:rPr>
              <a:t>。</a:t>
            </a:r>
            <a:r>
              <a:rPr lang="ja-JP" altLang="en-US" sz="1800">
                <a:ea typeface="+mn-lt"/>
                <a:cs typeface="+mn-lt"/>
              </a:rPr>
              <a:t>这让</a:t>
            </a:r>
            <a:r>
              <a:rPr lang="en-US" sz="1800">
                <a:ea typeface="+mn-lt"/>
                <a:cs typeface="+mn-lt"/>
              </a:rPr>
              <a:t> AI </a:t>
            </a:r>
            <a:r>
              <a:rPr lang="ja-JP" altLang="en-US" sz="1800">
                <a:ea typeface="+mn-lt"/>
                <a:cs typeface="+mn-lt"/>
              </a:rPr>
              <a:t>系统得以安全地引入敏感业务领域。</a:t>
            </a:r>
          </a:p>
          <a:p>
            <a:endParaRPr lang="ja-JP" alt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ja-JP" sz="1800" b="1">
                <a:ea typeface="+mn-lt"/>
                <a:cs typeface="+mn-lt"/>
              </a:rPr>
              <a:t>价值</a:t>
            </a:r>
            <a:r>
              <a:rPr lang="ja-JP" altLang="en-US" sz="1800" b="1">
                <a:ea typeface="+mn-lt"/>
                <a:cs typeface="+mn-lt"/>
              </a:rPr>
              <a:t>三</a:t>
            </a:r>
            <a:r>
              <a:rPr lang="ja-JP" sz="1800" b="1">
                <a:ea typeface="+mn-lt"/>
                <a:cs typeface="+mn-lt"/>
              </a:rPr>
              <a:t>：企业级的业务连续性保障</a:t>
            </a:r>
            <a:endParaRPr lang="en-US" altLang="ja-JP" sz="1800" b="1">
              <a:ea typeface="+mn-lt"/>
              <a:cs typeface="+mn-lt"/>
            </a:endParaRPr>
          </a:p>
          <a:p>
            <a:r>
              <a:rPr lang="ja-JP" sz="1800" b="1">
                <a:ea typeface="+mn-lt"/>
                <a:cs typeface="+mn-lt"/>
              </a:rPr>
              <a:t>Temporal + LangGraph ：</a:t>
            </a:r>
            <a:r>
              <a:rPr lang="ja-JP" sz="1800">
                <a:ea typeface="+mn-lt"/>
                <a:cs typeface="+mn-lt"/>
              </a:rPr>
              <a:t> 这是该组合最强的杀手锏。利用 Temporal 的重放机制和 LangGraph 的状态检查点，可以向客户保证：</a:t>
            </a:r>
            <a:r>
              <a:rPr lang="ja-JP" sz="1800" b="1">
                <a:ea typeface="+mn-lt"/>
                <a:cs typeface="+mn-lt"/>
              </a:rPr>
              <a:t>流程一旦启动，就一定会最终完成</a:t>
            </a:r>
            <a:r>
              <a:rPr lang="ja-JP" sz="1800">
                <a:ea typeface="+mn-lt"/>
                <a:cs typeface="+mn-lt"/>
              </a:rPr>
              <a:t>。无论中间发生网络波动、服务器宕机还是 API 限流，系统都能自动恢复并从断点继续执行。这是关键业务（Mission-Critical）上线的必要条件。</a:t>
            </a:r>
            <a:endParaRPr lang="ja-JP"/>
          </a:p>
          <a:p>
            <a:endParaRPr lang="ja-JP" altLang="en-US" sz="1800">
              <a:ea typeface="+mn-lt"/>
              <a:cs typeface="+mn-lt"/>
            </a:endParaRPr>
          </a:p>
          <a:p>
            <a:pPr marL="0" indent="0">
              <a:buNone/>
            </a:pPr>
            <a:r>
              <a:rPr lang="ja-JP" sz="1800" b="1">
                <a:ea typeface="+mn-lt"/>
                <a:cs typeface="+mn-lt"/>
              </a:rPr>
              <a:t>价值四：全视角的运营透明度与成本控制 </a:t>
            </a:r>
          </a:p>
          <a:p>
            <a:r>
              <a:rPr lang="en-US" altLang="ja-JP" sz="1800" b="1" err="1">
                <a:ea typeface="+mn-lt"/>
                <a:cs typeface="+mn-lt"/>
              </a:rPr>
              <a:t>Langfuse</a:t>
            </a:r>
            <a:r>
              <a:rPr lang="ja-JP" altLang="en-US" sz="1800" b="1">
                <a:ea typeface="+mn-lt"/>
                <a:cs typeface="+mn-lt"/>
              </a:rPr>
              <a:t>：</a:t>
            </a:r>
            <a:r>
              <a:rPr lang="ja-JP" altLang="en-US" sz="1800">
                <a:ea typeface="+mn-lt"/>
                <a:cs typeface="+mn-lt"/>
              </a:rPr>
              <a:t> 提供了深入到每一次 </a:t>
            </a:r>
            <a:r>
              <a:rPr lang="en-US" altLang="ja-JP" sz="1800">
                <a:ea typeface="+mn-lt"/>
                <a:cs typeface="+mn-lt"/>
              </a:rPr>
              <a:t>LLM</a:t>
            </a:r>
            <a:r>
              <a:rPr lang="ja-JP" altLang="en-US" sz="1800">
                <a:ea typeface="+mn-lt"/>
                <a:cs typeface="+mn-lt"/>
              </a:rPr>
              <a:t> 调用级别的可观测性。业务方可以清晰地看到一个复杂任务链条中，每一步的输入输出、耗时和 </a:t>
            </a:r>
            <a:r>
              <a:rPr lang="en-US" altLang="ja-JP" sz="1800">
                <a:ea typeface="+mn-lt"/>
                <a:cs typeface="+mn-lt"/>
              </a:rPr>
              <a:t>Token</a:t>
            </a:r>
            <a:r>
              <a:rPr lang="ja-JP" altLang="en-US" sz="1800">
                <a:ea typeface="+mn-lt"/>
                <a:cs typeface="+mn-lt"/>
              </a:rPr>
              <a:t> 成本。这对于控制预算和排查线上故障至关重要。</a:t>
            </a:r>
            <a:endParaRPr lang="ja-JP" sz="1800"/>
          </a:p>
        </p:txBody>
      </p:sp>
    </p:spTree>
    <p:extLst>
      <p:ext uri="{BB962C8B-B14F-4D97-AF65-F5344CB8AC3E}">
        <p14:creationId xmlns:p14="http://schemas.microsoft.com/office/powerpoint/2010/main" val="1486307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E02A-652D-B2DF-F8B9-453209D27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2823"/>
          </a:xfrm>
        </p:spPr>
        <p:txBody>
          <a:bodyPr/>
          <a:lstStyle/>
          <a:p>
            <a:r>
              <a:rPr lang="ja-JP" altLang="en-US">
                <a:ea typeface="+mj-lt"/>
                <a:cs typeface="+mj-lt"/>
              </a:rPr>
              <a:t>核心编排引擎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55FDD-C56F-85CA-36F7-8FB39B9B36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755" y="1060975"/>
            <a:ext cx="11296233" cy="557879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b="1" err="1">
                <a:ea typeface="+mn-lt"/>
                <a:cs typeface="+mn-lt"/>
              </a:rPr>
              <a:t>LangGraph</a:t>
            </a:r>
            <a:r>
              <a:rPr lang="en-US" sz="1600" b="1">
                <a:ea typeface="+mn-lt"/>
                <a:cs typeface="+mn-lt"/>
              </a:rPr>
              <a:t> (by </a:t>
            </a:r>
            <a:r>
              <a:rPr lang="en-US" sz="1600" b="1" err="1">
                <a:ea typeface="+mn-lt"/>
                <a:cs typeface="+mn-lt"/>
              </a:rPr>
              <a:t>LangChain</a:t>
            </a:r>
            <a:r>
              <a:rPr lang="en-US" sz="1600" b="1">
                <a:ea typeface="+mn-lt"/>
                <a:cs typeface="+mn-lt"/>
              </a:rPr>
              <a:t>)</a:t>
            </a:r>
            <a:endParaRPr lang="en-US" altLang="ja-JP" sz="1600">
              <a:ea typeface="ＭＳ Ｐゴシック"/>
            </a:endParaRPr>
          </a:p>
          <a:p>
            <a:r>
              <a:rPr lang="ja-JP" altLang="en-US" sz="1600" b="1">
                <a:ea typeface="+mn-lt"/>
                <a:cs typeface="+mn-lt"/>
              </a:rPr>
              <a:t>协议</a:t>
            </a:r>
            <a:r>
              <a:rPr lang="en-US" sz="1600" b="1">
                <a:ea typeface="+mn-lt"/>
                <a:cs typeface="+mn-lt"/>
              </a:rPr>
              <a:t>：</a:t>
            </a:r>
            <a:r>
              <a:rPr lang="en-US" sz="1600">
                <a:ea typeface="+mn-lt"/>
                <a:cs typeface="+mn-lt"/>
              </a:rPr>
              <a:t> MIT</a:t>
            </a:r>
            <a:endParaRPr lang="en-US" altLang="ja-JP" sz="1600">
              <a:ea typeface="ＭＳ Ｐゴシック"/>
            </a:endParaRPr>
          </a:p>
          <a:p>
            <a:r>
              <a:rPr lang="ja-JP" altLang="en-US" sz="1600" b="1">
                <a:ea typeface="+mn-lt"/>
                <a:cs typeface="+mn-lt"/>
              </a:rPr>
              <a:t>核心优势：</a:t>
            </a:r>
            <a:r>
              <a:rPr lang="en-US" altLang="ja-JP" sz="160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目前最接近解决复杂、有状态、循环</a:t>
            </a:r>
            <a:r>
              <a:rPr lang="en-US" sz="1600">
                <a:ea typeface="+mn-lt"/>
                <a:cs typeface="+mn-lt"/>
              </a:rPr>
              <a:t> Agent</a:t>
            </a:r>
            <a:r>
              <a:rPr lang="en-US" altLang="ja-JP" sz="160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流程的框架。它引入了</a:t>
            </a:r>
            <a:r>
              <a:rPr lang="en-US" altLang="ja-JP" sz="1600">
                <a:ea typeface="+mn-lt"/>
                <a:cs typeface="+mn-lt"/>
              </a:rPr>
              <a:t>“</a:t>
            </a:r>
            <a:r>
              <a:rPr lang="ja-JP" altLang="en-US" sz="1600">
                <a:ea typeface="+mn-lt"/>
                <a:cs typeface="+mn-lt"/>
              </a:rPr>
              <a:t>图</a:t>
            </a:r>
            <a:r>
              <a:rPr lang="en-US" altLang="ja-JP" sz="1600">
                <a:ea typeface="+mn-lt"/>
                <a:cs typeface="+mn-lt"/>
              </a:rPr>
              <a:t>”</a:t>
            </a:r>
            <a:r>
              <a:rPr lang="ja-JP" altLang="en-US" sz="1600">
                <a:ea typeface="+mn-lt"/>
                <a:cs typeface="+mn-lt"/>
              </a:rPr>
              <a:t>的概念，将</a:t>
            </a:r>
            <a:r>
              <a:rPr lang="en-US" sz="1600">
                <a:ea typeface="+mn-lt"/>
                <a:cs typeface="+mn-lt"/>
              </a:rPr>
              <a:t> Agent</a:t>
            </a:r>
            <a:r>
              <a:rPr lang="en-US" altLang="ja-JP" sz="160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的运行视为状态机的变迁。天然支持持久化</a:t>
            </a:r>
            <a:r>
              <a:rPr lang="en-US" sz="1600">
                <a:ea typeface="+mn-lt"/>
                <a:cs typeface="+mn-lt"/>
              </a:rPr>
              <a:t>（</a:t>
            </a:r>
            <a:r>
              <a:rPr lang="en-US" sz="1600" err="1">
                <a:ea typeface="+mn-lt"/>
                <a:cs typeface="+mn-lt"/>
              </a:rPr>
              <a:t>Checkpointer</a:t>
            </a:r>
            <a:r>
              <a:rPr lang="ja-JP" altLang="en-US" sz="1600">
                <a:ea typeface="+mn-lt"/>
                <a:cs typeface="+mn-lt"/>
              </a:rPr>
              <a:t>）、人机回环（在图节点中断等待人工输入）和复杂的条件分支。它是为了超越</a:t>
            </a:r>
            <a:r>
              <a:rPr lang="en-US" sz="1600">
                <a:ea typeface="+mn-lt"/>
                <a:cs typeface="+mn-lt"/>
              </a:rPr>
              <a:t> </a:t>
            </a:r>
            <a:r>
              <a:rPr lang="en-US" sz="1600" err="1">
                <a:ea typeface="+mn-lt"/>
                <a:cs typeface="+mn-lt"/>
              </a:rPr>
              <a:t>LangChain</a:t>
            </a:r>
            <a:r>
              <a:rPr lang="en-US" altLang="ja-JP" sz="160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简单的线性</a:t>
            </a:r>
            <a:r>
              <a:rPr lang="en-US" sz="1600">
                <a:ea typeface="+mn-lt"/>
                <a:cs typeface="+mn-lt"/>
              </a:rPr>
              <a:t> Chain</a:t>
            </a:r>
            <a:r>
              <a:rPr lang="en-US" altLang="ja-JP" sz="160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而生的。</a:t>
            </a:r>
            <a:endParaRPr lang="en-US" altLang="ja-JP" sz="1600">
              <a:ea typeface="ＭＳ Ｐゴシック"/>
            </a:endParaRPr>
          </a:p>
          <a:p>
            <a:pPr marL="0" indent="0">
              <a:buNone/>
            </a:pPr>
            <a:endParaRPr lang="en-US" sz="1600"/>
          </a:p>
          <a:p>
            <a:r>
              <a:rPr lang="en-US" sz="1600" b="1" err="1">
                <a:ea typeface="+mn-lt"/>
                <a:cs typeface="+mn-lt"/>
              </a:rPr>
              <a:t>LlamaIndex</a:t>
            </a:r>
            <a:r>
              <a:rPr lang="en-US" sz="1600" b="1">
                <a:ea typeface="+mn-lt"/>
                <a:cs typeface="+mn-lt"/>
              </a:rPr>
              <a:t> Workflows</a:t>
            </a:r>
            <a:endParaRPr lang="en-US" altLang="ja-JP" sz="1600">
              <a:ea typeface="ＭＳ Ｐゴシック"/>
            </a:endParaRPr>
          </a:p>
          <a:p>
            <a:r>
              <a:rPr lang="ja-JP" altLang="en-US" sz="1600" b="1">
                <a:ea typeface="+mn-lt"/>
                <a:cs typeface="+mn-lt"/>
              </a:rPr>
              <a:t>协议</a:t>
            </a:r>
            <a:r>
              <a:rPr lang="en-US" sz="1600" b="1">
                <a:ea typeface="+mn-lt"/>
                <a:cs typeface="+mn-lt"/>
              </a:rPr>
              <a:t>：</a:t>
            </a:r>
            <a:r>
              <a:rPr lang="en-US" sz="1600">
                <a:ea typeface="+mn-lt"/>
                <a:cs typeface="+mn-lt"/>
              </a:rPr>
              <a:t> MIT</a:t>
            </a:r>
            <a:endParaRPr lang="en-US" altLang="ja-JP" sz="1600">
              <a:ea typeface="ＭＳ Ｐゴシック"/>
            </a:endParaRPr>
          </a:p>
          <a:p>
            <a:r>
              <a:rPr lang="ja-JP" altLang="en-US" sz="1600" b="1">
                <a:ea typeface="+mn-lt"/>
                <a:cs typeface="+mn-lt"/>
              </a:rPr>
              <a:t>核心优势</a:t>
            </a:r>
            <a:r>
              <a:rPr lang="en-US" sz="1600" b="1" dirty="0">
                <a:ea typeface="+mn-lt"/>
                <a:cs typeface="+mn-lt"/>
              </a:rPr>
              <a:t>：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LlamaIndex</a:t>
            </a:r>
            <a:r>
              <a:rPr lang="en-US" altLang="ja-JP" sz="1600" dirty="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推出的最新编排方式，基于事件驱动架构。非常适合数据密集型的任务编排。它比</a:t>
            </a:r>
            <a:r>
              <a:rPr lang="en-US" sz="1600" dirty="0">
                <a:ea typeface="+mn-lt"/>
                <a:cs typeface="+mn-lt"/>
              </a:rPr>
              <a:t> </a:t>
            </a:r>
            <a:r>
              <a:rPr lang="en-US" sz="1600" dirty="0" err="1">
                <a:ea typeface="+mn-lt"/>
                <a:cs typeface="+mn-lt"/>
              </a:rPr>
              <a:t>LangGraph</a:t>
            </a:r>
            <a:r>
              <a:rPr lang="en-US" altLang="ja-JP" sz="1600" dirty="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更强调异步和事件处理，设计理念很现代化。</a:t>
            </a:r>
            <a:endParaRPr lang="en-US" altLang="ja-JP" sz="1600">
              <a:ea typeface="ＭＳ Ｐゴシック"/>
            </a:endParaRPr>
          </a:p>
          <a:p>
            <a:r>
              <a:rPr lang="ja-JP" altLang="en-US" sz="1600">
                <a:ea typeface="ＭＳ Ｐゴシック"/>
              </a:rPr>
              <a:t>缺点：与现有项目环境不好集成；</a:t>
            </a:r>
            <a:endParaRPr lang="en-US" altLang="ja-JP" sz="1600">
              <a:ea typeface="ＭＳ Ｐゴシック"/>
            </a:endParaRPr>
          </a:p>
          <a:p>
            <a:pPr marL="0" indent="0">
              <a:buNone/>
            </a:pPr>
            <a:endParaRPr lang="en-US" sz="1600"/>
          </a:p>
          <a:p>
            <a:r>
              <a:rPr lang="en-US" sz="1600" b="1">
                <a:ea typeface="+mn-lt"/>
                <a:cs typeface="+mn-lt"/>
              </a:rPr>
              <a:t>Microsoft </a:t>
            </a:r>
            <a:r>
              <a:rPr lang="en-US" sz="1600" b="1" err="1">
                <a:ea typeface="+mn-lt"/>
                <a:cs typeface="+mn-lt"/>
              </a:rPr>
              <a:t>AutoGen</a:t>
            </a:r>
            <a:endParaRPr lang="en-US" altLang="ja-JP" sz="1600" err="1">
              <a:ea typeface="ＭＳ Ｐゴシック"/>
            </a:endParaRPr>
          </a:p>
          <a:p>
            <a:r>
              <a:rPr lang="ja-JP" altLang="en-US" sz="1600" b="1">
                <a:ea typeface="+mn-lt"/>
                <a:cs typeface="+mn-lt"/>
              </a:rPr>
              <a:t>协议</a:t>
            </a:r>
            <a:r>
              <a:rPr lang="en-US" sz="1600" b="1">
                <a:ea typeface="+mn-lt"/>
                <a:cs typeface="+mn-lt"/>
              </a:rPr>
              <a:t>：</a:t>
            </a:r>
            <a:r>
              <a:rPr lang="en-US" sz="1600">
                <a:ea typeface="+mn-lt"/>
                <a:cs typeface="+mn-lt"/>
              </a:rPr>
              <a:t> MIT (</a:t>
            </a:r>
            <a:r>
              <a:rPr lang="ja-JP" altLang="en-US" sz="1600">
                <a:ea typeface="+mn-lt"/>
                <a:cs typeface="+mn-lt"/>
              </a:rPr>
              <a:t>及其他友好协议</a:t>
            </a:r>
            <a:r>
              <a:rPr lang="en-US" sz="1600">
                <a:ea typeface="+mn-lt"/>
                <a:cs typeface="+mn-lt"/>
              </a:rPr>
              <a:t>)</a:t>
            </a:r>
            <a:endParaRPr lang="en-US" altLang="ja-JP" sz="1600">
              <a:ea typeface="ＭＳ Ｐゴシック"/>
            </a:endParaRPr>
          </a:p>
          <a:p>
            <a:r>
              <a:rPr lang="ja-JP" altLang="en-US" sz="1600" b="1">
                <a:ea typeface="+mn-lt"/>
                <a:cs typeface="+mn-lt"/>
              </a:rPr>
              <a:t>核心优势：</a:t>
            </a:r>
            <a:r>
              <a:rPr lang="en-US" altLang="ja-JP" sz="160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在多</a:t>
            </a:r>
            <a:r>
              <a:rPr lang="en-US" sz="1600">
                <a:ea typeface="+mn-lt"/>
                <a:cs typeface="+mn-lt"/>
              </a:rPr>
              <a:t> Agent</a:t>
            </a:r>
            <a:r>
              <a:rPr lang="en-US" altLang="ja-JP" sz="1600">
                <a:ea typeface="+mn-lt"/>
                <a:cs typeface="+mn-lt"/>
              </a:rPr>
              <a:t> </a:t>
            </a:r>
            <a:r>
              <a:rPr lang="ja-JP" altLang="en-US" sz="1600">
                <a:ea typeface="+mn-lt"/>
                <a:cs typeface="+mn-lt"/>
              </a:rPr>
              <a:t>对话协作模式上是开创性的。非常适合需要多个角色</a:t>
            </a:r>
            <a:r>
              <a:rPr lang="en-US" altLang="ja-JP" sz="1600">
                <a:ea typeface="+mn-lt"/>
                <a:cs typeface="+mn-lt"/>
              </a:rPr>
              <a:t>“</a:t>
            </a:r>
            <a:r>
              <a:rPr lang="ja-JP" altLang="en-US" sz="1600">
                <a:ea typeface="+mn-lt"/>
                <a:cs typeface="+mn-lt"/>
              </a:rPr>
              <a:t>商量</a:t>
            </a:r>
            <a:r>
              <a:rPr lang="en-US" altLang="ja-JP" sz="1600">
                <a:ea typeface="+mn-lt"/>
                <a:cs typeface="+mn-lt"/>
              </a:rPr>
              <a:t>”</a:t>
            </a:r>
            <a:r>
              <a:rPr lang="ja-JP" altLang="en-US" sz="1600">
                <a:ea typeface="+mn-lt"/>
                <a:cs typeface="+mn-lt"/>
              </a:rPr>
              <a:t>出结果的场景。但在定义极其严格、包含大量确定性业务逻辑的传统工作流方面，控制起来比基于图的框架稍难</a:t>
            </a:r>
            <a:r>
              <a:rPr lang="en-US" sz="1600">
                <a:ea typeface="+mn-lt"/>
                <a:cs typeface="+mn-lt"/>
              </a:rPr>
              <a:t>。</a:t>
            </a:r>
            <a:endParaRPr lang="en-US" sz="1600"/>
          </a:p>
          <a:p>
            <a:r>
              <a:rPr lang="ja-JP" altLang="en-US" sz="1600">
                <a:ea typeface="ＭＳ Ｐゴシック"/>
              </a:rPr>
              <a:t>缺点：</a:t>
            </a:r>
            <a:r>
              <a:rPr lang="ja-JP" sz="1600">
                <a:latin typeface="Aptos"/>
                <a:ea typeface="ＭＳ Ｐゴシック"/>
                <a:cs typeface="Calibri"/>
              </a:rPr>
              <a:t>AutoGen本身没有可视化workflow，集成React Flow做可视化workflow需要做中间件来兼容</a:t>
            </a:r>
            <a:r>
              <a:rPr lang="ja-JP" altLang="en-US" sz="1600">
                <a:latin typeface="Aptos"/>
                <a:ea typeface="ＭＳ Ｐゴシック"/>
                <a:cs typeface="Calibri"/>
              </a:rPr>
              <a:t>；</a:t>
            </a:r>
            <a:r>
              <a:rPr lang="ja-JP" sz="1600">
                <a:latin typeface="Aptos"/>
                <a:ea typeface="ＭＳ Ｐゴシック"/>
                <a:cs typeface="Calibri"/>
              </a:rPr>
              <a:t>需自建状态存储（checkpoint）、可靠的消息/队列和恢复逻辑</a:t>
            </a:r>
            <a:r>
              <a:rPr lang="ja-JP" altLang="en-US" sz="1600">
                <a:latin typeface="Aptos"/>
                <a:ea typeface="ＭＳ Ｐゴシック"/>
                <a:cs typeface="Calibri"/>
              </a:rPr>
              <a:t>；</a:t>
            </a:r>
            <a:endParaRPr lang="en-US" sz="1600">
              <a:latin typeface="Aptos"/>
            </a:endParaRP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720851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EB905-2B6F-A887-8834-3A8C4B40D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564" y="596034"/>
            <a:ext cx="10515600" cy="852200"/>
          </a:xfrm>
        </p:spPr>
        <p:txBody>
          <a:bodyPr/>
          <a:lstStyle/>
          <a:p>
            <a:r>
              <a:rPr lang="ja-JP" sz="2400">
                <a:ea typeface="+mj-lt"/>
                <a:cs typeface="+mj-lt"/>
              </a:rPr>
              <a:t>LangGraph</a:t>
            </a:r>
            <a:r>
              <a:rPr lang="ja-JP" altLang="en-US" sz="2400">
                <a:ea typeface="+mj-lt"/>
                <a:cs typeface="+mj-lt"/>
              </a:rPr>
              <a:t>持久化</a:t>
            </a:r>
            <a:endParaRPr lang="en-US" sz="24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0AB4B97-DAFB-1A2A-0C60-CB9C3CD6E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0844881"/>
              </p:ext>
            </p:extLst>
          </p:nvPr>
        </p:nvGraphicFramePr>
        <p:xfrm>
          <a:off x="0" y="1920240"/>
          <a:ext cx="12192000" cy="377952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6096000">
                  <a:extLst>
                    <a:ext uri="{9D8B030D-6E8A-4147-A177-3AD203B41FA5}">
                      <a16:colId xmlns:a16="http://schemas.microsoft.com/office/drawing/2014/main" val="8644259"/>
                    </a:ext>
                  </a:extLst>
                </a:gridCol>
                <a:gridCol w="6096000">
                  <a:extLst>
                    <a:ext uri="{9D8B030D-6E8A-4147-A177-3AD203B41FA5}">
                      <a16:colId xmlns:a16="http://schemas.microsoft.com/office/drawing/2014/main" val="9108802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b="1">
                          <a:effectLst/>
                        </a:rPr>
                        <a:t>优点</a:t>
                      </a:r>
                      <a:endParaRPr lang="ja-JP" alt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effectLst/>
                        </a:rPr>
                        <a:t>描述</a:t>
                      </a:r>
                      <a:endParaRPr lang="ja-JP" alt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5696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b="1">
                          <a:effectLst/>
                          <a:latin typeface="Aptos"/>
                        </a:rPr>
                        <a:t>有状态性 </a:t>
                      </a:r>
                      <a:r>
                        <a:rPr lang="en-US" altLang="ja-JP" b="1">
                          <a:effectLst/>
                          <a:latin typeface="Aptos"/>
                        </a:rPr>
                        <a:t>(</a:t>
                      </a:r>
                      <a:r>
                        <a:rPr lang="en-US" b="1" err="1">
                          <a:effectLst/>
                          <a:latin typeface="Aptos"/>
                        </a:rPr>
                        <a:t>Statefulness</a:t>
                      </a:r>
                      <a:r>
                        <a:rPr lang="en-US" b="1">
                          <a:effectLst/>
                          <a:latin typeface="Aptos"/>
                        </a:rPr>
                        <a:t>)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effectLst/>
                          <a:latin typeface="Aptos"/>
                        </a:rPr>
                        <a:t>流程执行到中途，系统可以记录所有的中间变量、上下文信息、以及当前执行到的</a:t>
                      </a:r>
                      <a:r>
                        <a:rPr lang="ja-JP" altLang="en-US" b="1">
                          <a:effectLst/>
                          <a:latin typeface="Aptos"/>
                        </a:rPr>
                        <a:t>确切节点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212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b="1">
                          <a:effectLst/>
                          <a:latin typeface="Aptos"/>
                        </a:rPr>
                        <a:t>断点恢复 </a:t>
                      </a:r>
                      <a:r>
                        <a:rPr lang="en-US" altLang="ja-JP" b="1">
                          <a:effectLst/>
                          <a:latin typeface="Aptos"/>
                        </a:rPr>
                        <a:t>(</a:t>
                      </a:r>
                      <a:r>
                        <a:rPr lang="en-US" b="1">
                          <a:effectLst/>
                          <a:latin typeface="Aptos"/>
                        </a:rPr>
                        <a:t>Simple Recovery)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effectLst/>
                          <a:latin typeface="Aptos"/>
                        </a:rPr>
                        <a:t>如果程序在某一步骤执行</a:t>
                      </a:r>
                      <a:r>
                        <a:rPr lang="ja-JP" altLang="en-US" b="1">
                          <a:effectLst/>
                          <a:latin typeface="Aptos"/>
                        </a:rPr>
                        <a:t>成功并完成 </a:t>
                      </a:r>
                      <a:r>
                        <a:rPr lang="en-US" b="1">
                          <a:effectLst/>
                          <a:latin typeface="Aptos"/>
                        </a:rPr>
                        <a:t>Checkpoint</a:t>
                      </a:r>
                      <a:r>
                        <a:rPr lang="en-US">
                          <a:effectLst/>
                          <a:latin typeface="Aptos"/>
                        </a:rPr>
                        <a:t>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后宕机，重启后可以从数据库中加载最后的状态，并从下一个 </a:t>
                      </a:r>
                      <a:r>
                        <a:rPr lang="en-US">
                          <a:effectLst/>
                          <a:latin typeface="Aptos"/>
                        </a:rPr>
                        <a:t>Node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或当前 </a:t>
                      </a:r>
                      <a:r>
                        <a:rPr lang="en-US">
                          <a:effectLst/>
                          <a:latin typeface="Aptos"/>
                        </a:rPr>
                        <a:t>Node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的起始位置继续执行。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997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b="1">
                          <a:effectLst/>
                          <a:latin typeface="Aptos"/>
                        </a:rPr>
                        <a:t>人机回环 </a:t>
                      </a:r>
                      <a:r>
                        <a:rPr lang="en-US" altLang="ja-JP" b="1">
                          <a:effectLst/>
                          <a:latin typeface="Aptos"/>
                        </a:rPr>
                        <a:t>(</a:t>
                      </a:r>
                      <a:r>
                        <a:rPr lang="en-US" b="1">
                          <a:effectLst/>
                          <a:latin typeface="Aptos"/>
                        </a:rPr>
                        <a:t>HITL Support)</a:t>
                      </a:r>
                      <a:endParaRPr lang="en-US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effectLst/>
                          <a:latin typeface="Aptos"/>
                        </a:rPr>
                        <a:t>这是 </a:t>
                      </a:r>
                      <a:r>
                        <a:rPr lang="en-US" err="1">
                          <a:effectLst/>
                          <a:latin typeface="Aptos"/>
                        </a:rPr>
                        <a:t>Checkpointer</a:t>
                      </a:r>
                      <a:r>
                        <a:rPr lang="en-US">
                          <a:effectLst/>
                          <a:latin typeface="Aptos"/>
                        </a:rPr>
                        <a:t>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的关键用途之一。当流程进入一个等待人工输入的节点时，它会持久化状态并暂停。当人工输入到达时，系统可以准确地恢复状态并继续。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63561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b="1">
                          <a:effectLst/>
                          <a:latin typeface="Aptos"/>
                        </a:rPr>
                        <a:t>实现简单</a:t>
                      </a:r>
                      <a:endParaRPr lang="ja-JP" altLang="en-US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effectLst/>
                          <a:latin typeface="Aptos"/>
                        </a:rPr>
                        <a:t>无需引入复杂的分布式系统（如 </a:t>
                      </a:r>
                      <a:r>
                        <a:rPr lang="en-US">
                          <a:effectLst/>
                          <a:latin typeface="Aptos"/>
                        </a:rPr>
                        <a:t>Temporal），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配置数据库即可，上手和部署简单。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28965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006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01699A00-DE61-FF06-E355-D5C18CD9D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688127"/>
              </p:ext>
            </p:extLst>
          </p:nvPr>
        </p:nvGraphicFramePr>
        <p:xfrm>
          <a:off x="641928" y="1340716"/>
          <a:ext cx="10648947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549649">
                  <a:extLst>
                    <a:ext uri="{9D8B030D-6E8A-4147-A177-3AD203B41FA5}">
                      <a16:colId xmlns:a16="http://schemas.microsoft.com/office/drawing/2014/main" val="3779440111"/>
                    </a:ext>
                  </a:extLst>
                </a:gridCol>
                <a:gridCol w="3549649">
                  <a:extLst>
                    <a:ext uri="{9D8B030D-6E8A-4147-A177-3AD203B41FA5}">
                      <a16:colId xmlns:a16="http://schemas.microsoft.com/office/drawing/2014/main" val="1248285825"/>
                    </a:ext>
                  </a:extLst>
                </a:gridCol>
                <a:gridCol w="3549649">
                  <a:extLst>
                    <a:ext uri="{9D8B030D-6E8A-4147-A177-3AD203B41FA5}">
                      <a16:colId xmlns:a16="http://schemas.microsoft.com/office/drawing/2014/main" val="2852661233"/>
                    </a:ext>
                  </a:extLst>
                </a:gridCol>
              </a:tblGrid>
              <a:tr h="32895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effectLst/>
                        </a:rPr>
                        <a:t>缺点</a:t>
                      </a:r>
                      <a:endParaRPr lang="ja-JP" alt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effectLst/>
                        </a:rPr>
                        <a:t>描述</a:t>
                      </a:r>
                      <a:r>
                        <a:rPr lang="ja-JP" altLang="en-US" sz="1800" b="1">
                          <a:effectLst/>
                        </a:rPr>
                        <a:t>(</a:t>
                      </a:r>
                      <a:r>
                        <a:rPr lang="en-US" sz="1800" b="0" i="0" u="none" strike="noStrike" noProof="0" err="1">
                          <a:solidFill>
                            <a:srgbClr val="000000"/>
                          </a:solidFill>
                          <a:effectLst/>
                          <a:latin typeface="Aptos"/>
                          <a:ea typeface="ＭＳ Ｐゴシック"/>
                        </a:rPr>
                        <a:t>LangGraph</a:t>
                      </a:r>
                      <a:r>
                        <a:rPr lang="ja-JP" altLang="en-US" sz="1800" b="1">
                          <a:effectLst/>
                        </a:rPr>
                        <a:t>)</a:t>
                      </a:r>
                      <a:endParaRPr lang="ja-JP" altLang="en-US" sz="1800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effectLst/>
                        </a:rPr>
                        <a:t>与 </a:t>
                      </a:r>
                      <a:r>
                        <a:rPr lang="en-US" b="1">
                          <a:effectLst/>
                        </a:rPr>
                        <a:t>Temporal </a:t>
                      </a:r>
                      <a:r>
                        <a:rPr lang="ja-JP" altLang="en-US" b="1">
                          <a:effectLst/>
                        </a:rPr>
                        <a:t>的本质区别</a:t>
                      </a:r>
                      <a:endParaRPr lang="ja-JP" alt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3266353"/>
                  </a:ext>
                </a:extLst>
              </a:tr>
              <a:tr h="1137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effectLst/>
                          <a:latin typeface="Aptos"/>
                        </a:rPr>
                        <a:t>非事务性重试</a:t>
                      </a:r>
                      <a:endParaRPr lang="ja-JP" altLang="en-US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effectLst/>
                          <a:latin typeface="Aptos"/>
                        </a:rPr>
                        <a:t>如果一个 </a:t>
                      </a:r>
                      <a:r>
                        <a:rPr lang="en-US">
                          <a:effectLst/>
                          <a:latin typeface="Aptos"/>
                        </a:rPr>
                        <a:t>Node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执行失败，</a:t>
                      </a:r>
                      <a:r>
                        <a:rPr lang="en-US" err="1">
                          <a:effectLst/>
                          <a:latin typeface="Aptos"/>
                        </a:rPr>
                        <a:t>LangGraph</a:t>
                      </a:r>
                      <a:r>
                        <a:rPr lang="en-US">
                          <a:effectLst/>
                          <a:latin typeface="Aptos"/>
                        </a:rPr>
                        <a:t>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本身没有内置的 </a:t>
                      </a:r>
                      <a:r>
                        <a:rPr lang="ja-JP" altLang="en-US" b="1">
                          <a:effectLst/>
                          <a:latin typeface="Aptos"/>
                        </a:rPr>
                        <a:t>“智能</a:t>
                      </a:r>
                      <a:r>
                        <a:rPr lang="en-US" altLang="ja-JP" b="1">
                          <a:effectLst/>
                          <a:latin typeface="Aptos"/>
                        </a:rPr>
                        <a:t>/</a:t>
                      </a:r>
                      <a:r>
                        <a:rPr lang="ja-JP" altLang="en-US" b="1">
                          <a:effectLst/>
                          <a:latin typeface="Aptos"/>
                        </a:rPr>
                        <a:t>分布式</a:t>
                      </a:r>
                      <a:r>
                        <a:rPr lang="en-US" altLang="ja-JP" b="1">
                          <a:effectLst/>
                          <a:latin typeface="Aptos"/>
                        </a:rPr>
                        <a:t>/</a:t>
                      </a:r>
                      <a:r>
                        <a:rPr lang="ja-JP" altLang="en-US" b="1">
                          <a:effectLst/>
                          <a:latin typeface="Aptos"/>
                        </a:rPr>
                        <a:t>指数退避”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 重试机制。你需要自己编写代码来处理重试逻辑。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Temporal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的工作流是可重放（</a:t>
                      </a:r>
                      <a:r>
                        <a:rPr lang="en-US" err="1">
                          <a:effectLst/>
                          <a:latin typeface="Aptos"/>
                        </a:rPr>
                        <a:t>Replayable</a:t>
                      </a:r>
                      <a:r>
                        <a:rPr lang="en-US">
                          <a:effectLst/>
                          <a:latin typeface="Aptos"/>
                        </a:rPr>
                        <a:t>）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的，它保证代码一定能执行成功（除非手动取消），且内置了复杂的重试策略。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8263353"/>
                  </a:ext>
                </a:extLst>
              </a:tr>
              <a:tr h="113764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effectLst/>
                          <a:latin typeface="Aptos"/>
                        </a:rPr>
                        <a:t>缺乏长程等待的原生支持</a:t>
                      </a:r>
                      <a:endParaRPr lang="ja-JP" altLang="en-US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effectLst/>
                          <a:latin typeface="Aptos"/>
                        </a:rPr>
                        <a:t>它依赖于 </a:t>
                      </a:r>
                      <a:r>
                        <a:rPr lang="en-US">
                          <a:effectLst/>
                          <a:latin typeface="Aptos"/>
                        </a:rPr>
                        <a:t>Web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应用的</a:t>
                      </a:r>
                      <a:r>
                        <a:rPr lang="ja-JP" altLang="en-US" b="1">
                          <a:effectLst/>
                          <a:latin typeface="Aptos"/>
                        </a:rPr>
                        <a:t>外部信号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（例如，一个 </a:t>
                      </a:r>
                      <a:r>
                        <a:rPr lang="en-US">
                          <a:effectLst/>
                          <a:latin typeface="Aptos"/>
                        </a:rPr>
                        <a:t>HTTP API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触发恢复）。它不能“优雅地”等待三天，并且在等待期间，承载它的 </a:t>
                      </a:r>
                      <a:r>
                        <a:rPr lang="en-US">
                          <a:effectLst/>
                          <a:latin typeface="Aptos"/>
                        </a:rPr>
                        <a:t>Web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进程仍可能超时或被杀掉。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Temporal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可以让工作流安全地休眠数天</a:t>
                      </a:r>
                      <a:r>
                        <a:rPr lang="en-US" altLang="ja-JP">
                          <a:effectLst/>
                          <a:latin typeface="Aptos"/>
                        </a:rPr>
                        <a:t>/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数月，且不需要 </a:t>
                      </a:r>
                      <a:r>
                        <a:rPr lang="en-US">
                          <a:effectLst/>
                          <a:latin typeface="Aptos"/>
                        </a:rPr>
                        <a:t>Web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进程一直保持活跃。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234488"/>
                  </a:ext>
                </a:extLst>
              </a:tr>
              <a:tr h="109652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 b="1">
                          <a:effectLst/>
                          <a:latin typeface="Aptos"/>
                        </a:rPr>
                        <a:t>并发和版本控制</a:t>
                      </a:r>
                      <a:endParaRPr lang="ja-JP" altLang="en-US">
                        <a:effectLst/>
                        <a:latin typeface="Aptos"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 altLang="en-US">
                          <a:effectLst/>
                          <a:latin typeface="Aptos"/>
                        </a:rPr>
                        <a:t>处理大量并发的 </a:t>
                      </a:r>
                      <a:r>
                        <a:rPr lang="en-US" err="1">
                          <a:effectLst/>
                          <a:latin typeface="Aptos"/>
                        </a:rPr>
                        <a:t>LangGraph</a:t>
                      </a:r>
                      <a:r>
                        <a:rPr lang="en-US">
                          <a:effectLst/>
                          <a:latin typeface="Aptos"/>
                        </a:rPr>
                        <a:t>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实例时，需要自己管理状态锁和版本冲突。其设计主要面向单一实例的流转，而非复杂的分布式协调。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effectLst/>
                          <a:latin typeface="Aptos"/>
                        </a:rPr>
                        <a:t>Temporal </a:t>
                      </a:r>
                      <a:r>
                        <a:rPr lang="ja-JP" altLang="en-US">
                          <a:effectLst/>
                          <a:latin typeface="Aptos"/>
                        </a:rPr>
                        <a:t>专门用于协调数百万个并发工作流实例。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512558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0845D7C-ED0F-A644-1207-9430C70296D2}"/>
              </a:ext>
            </a:extLst>
          </p:cNvPr>
          <p:cNvSpPr txBox="1"/>
          <p:nvPr/>
        </p:nvSpPr>
        <p:spPr>
          <a:xfrm>
            <a:off x="646545" y="565727"/>
            <a:ext cx="6096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err="1"/>
              <a:t>LangGraph</a:t>
            </a:r>
            <a:r>
              <a:rPr lang="en-US" sz="2400"/>
              <a:t> </a:t>
            </a:r>
            <a:r>
              <a:rPr lang="ja-JP" altLang="en-US" sz="2400">
                <a:ea typeface="ＭＳ Ｐゴシック"/>
              </a:rPr>
              <a:t>与</a:t>
            </a:r>
            <a:r>
              <a:rPr lang="en-US" altLang="ja-JP" sz="2400" b="1" err="1">
                <a:ea typeface="+mn-lt"/>
              </a:rPr>
              <a:t>Temporal</a:t>
            </a:r>
            <a:r>
              <a:rPr lang="en-US" altLang="ja-JP" sz="2400" b="1" err="1">
                <a:ea typeface="ＭＳ Ｐゴシック"/>
              </a:rPr>
              <a:t>的</a:t>
            </a:r>
            <a:r>
              <a:rPr lang="ja-JP" altLang="en-US" sz="2400">
                <a:ea typeface="ＭＳ Ｐゴシック"/>
              </a:rPr>
              <a:t>持久化</a:t>
            </a:r>
            <a:endParaRPr lang="en-US" sz="2400">
              <a:ea typeface="ＭＳ Ｐゴシック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281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4BCF3-E5E7-6E46-C7B8-CF05E5246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927" y="284307"/>
            <a:ext cx="10515600" cy="702109"/>
          </a:xfrm>
        </p:spPr>
        <p:txBody>
          <a:bodyPr>
            <a:normAutofit/>
          </a:bodyPr>
          <a:lstStyle/>
          <a:p>
            <a:r>
              <a:rPr lang="ja-JP" altLang="en-US" sz="2400">
                <a:ea typeface="+mj-lt"/>
                <a:cs typeface="+mj-lt"/>
              </a:rPr>
              <a:t>故障场景对比</a:t>
            </a:r>
            <a:endParaRPr lang="en-US" sz="24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B64C6E-0F37-22F2-1DDD-35B352135D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260119"/>
              </p:ext>
            </p:extLst>
          </p:nvPr>
        </p:nvGraphicFramePr>
        <p:xfrm>
          <a:off x="0" y="1066800"/>
          <a:ext cx="12192000" cy="47244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88470191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7701424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3569857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 altLang="en-US" b="1">
                          <a:effectLst/>
                        </a:rPr>
                        <a:t>故障场景</a:t>
                      </a:r>
                      <a:endParaRPr lang="ja-JP" alt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 err="1">
                          <a:effectLst/>
                        </a:rPr>
                        <a:t>LangGraph</a:t>
                      </a:r>
                      <a:r>
                        <a:rPr lang="en-US" b="1">
                          <a:effectLst/>
                        </a:rPr>
                        <a:t> </a:t>
                      </a:r>
                      <a:r>
                        <a:rPr lang="en-US" b="1" err="1">
                          <a:effectLst/>
                        </a:rPr>
                        <a:t>Checkpointer</a:t>
                      </a:r>
                      <a:r>
                        <a:rPr lang="en-US" b="1">
                          <a:effectLst/>
                        </a:rPr>
                        <a:t> </a:t>
                      </a:r>
                      <a:r>
                        <a:rPr lang="ja-JP" altLang="en-US" b="1">
                          <a:effectLst/>
                        </a:rPr>
                        <a:t>的表现</a:t>
                      </a:r>
                      <a:endParaRPr lang="ja-JP" alt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effectLst/>
                        </a:rPr>
                        <a:t>Temporal </a:t>
                      </a:r>
                      <a:r>
                        <a:rPr lang="ja-JP" altLang="en-US" b="1">
                          <a:effectLst/>
                        </a:rPr>
                        <a:t>的表现</a:t>
                      </a:r>
                      <a:endParaRPr lang="ja-JP" altLang="en-US">
                        <a:effectLst/>
                      </a:endParaRP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704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>
                          <a:latin typeface="Aptos"/>
                        </a:rPr>
                        <a:t>网络波动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>
                          <a:latin typeface="Aptos"/>
                        </a:rPr>
                        <a:t>影响较大。 如果网络波动发生在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执行中，当前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失败，流程停止。需要外部机制（如用户手动重新触发）或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内置的重试逻辑来恢复。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>
                          <a:latin typeface="Aptos"/>
                        </a:rPr>
                        <a:t>不受影响。 </a:t>
                      </a:r>
                      <a:r>
                        <a:rPr lang="en-US">
                          <a:latin typeface="Aptos"/>
                        </a:rPr>
                        <a:t>Temporal Workflows </a:t>
                      </a:r>
                      <a:r>
                        <a:rPr lang="ja-JP">
                          <a:latin typeface="Aptos"/>
                        </a:rPr>
                        <a:t>内置了自动重试和指数退避逻辑，故障对用户几乎透明。它会不断尝试直到成功。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6559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>
                          <a:latin typeface="Aptos"/>
                        </a:rPr>
                        <a:t>第三方接口超时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>
                          <a:latin typeface="Aptos"/>
                        </a:rPr>
                        <a:t>流程停止。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内的 </a:t>
                      </a:r>
                      <a:r>
                        <a:rPr lang="en-US">
                          <a:latin typeface="Aptos"/>
                        </a:rPr>
                        <a:t>API </a:t>
                      </a:r>
                      <a:r>
                        <a:rPr lang="ja-JP">
                          <a:latin typeface="Aptos"/>
                        </a:rPr>
                        <a:t>调用超时，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失败，流程状态被记录为失败或停滞。需要人工介入或用户重新触发。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>
                          <a:latin typeface="Aptos"/>
                        </a:rPr>
                        <a:t>自动恢复。 </a:t>
                      </a:r>
                      <a:r>
                        <a:rPr lang="en-US">
                          <a:latin typeface="Aptos"/>
                        </a:rPr>
                        <a:t>Temporal </a:t>
                      </a:r>
                      <a:r>
                        <a:rPr lang="ja-JP">
                          <a:latin typeface="Aptos"/>
                        </a:rPr>
                        <a:t>可以在工作流代码中安全地等待 </a:t>
                      </a:r>
                      <a:r>
                        <a:rPr lang="en-US">
                          <a:latin typeface="Aptos"/>
                        </a:rPr>
                        <a:t>API </a:t>
                      </a:r>
                      <a:r>
                        <a:rPr lang="ja-JP">
                          <a:latin typeface="Aptos"/>
                        </a:rPr>
                        <a:t>响应，即使等待 </a:t>
                      </a:r>
                      <a:r>
                        <a:rPr lang="en-US">
                          <a:latin typeface="Aptos"/>
                        </a:rPr>
                        <a:t>7 </a:t>
                      </a:r>
                      <a:r>
                        <a:rPr lang="ja-JP">
                          <a:latin typeface="Aptos"/>
                        </a:rPr>
                        <a:t>天也不会超时或丢失状态。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8412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ja-JP">
                          <a:latin typeface="Aptos"/>
                        </a:rPr>
                        <a:t>服务器重启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>
                          <a:latin typeface="Aptos"/>
                        </a:rPr>
                        <a:t>部分恢复。 如果服务器重启发生在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执行成功并完成 </a:t>
                      </a:r>
                      <a:r>
                        <a:rPr lang="en-US">
                          <a:latin typeface="Aptos"/>
                        </a:rPr>
                        <a:t>Checkpoint </a:t>
                      </a:r>
                      <a:r>
                        <a:rPr lang="ja-JP">
                          <a:latin typeface="Aptos"/>
                        </a:rPr>
                        <a:t>之后，流程可以从下一个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开始继续。如果重启发生在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正在执行中（且未完成 </a:t>
                      </a:r>
                      <a:r>
                        <a:rPr lang="en-US">
                          <a:latin typeface="Aptos"/>
                        </a:rPr>
                        <a:t>Checkpoint），</a:t>
                      </a:r>
                      <a:r>
                        <a:rPr lang="ja-JP">
                          <a:latin typeface="Aptos"/>
                        </a:rPr>
                        <a:t>那么当前 </a:t>
                      </a:r>
                      <a:r>
                        <a:rPr lang="en-US">
                          <a:latin typeface="Aptos"/>
                        </a:rPr>
                        <a:t>Node </a:t>
                      </a:r>
                      <a:r>
                        <a:rPr lang="ja-JP">
                          <a:latin typeface="Aptos"/>
                        </a:rPr>
                        <a:t>的所有工作会丢失，必须重头开始执行该 </a:t>
                      </a:r>
                      <a:r>
                        <a:rPr lang="en-US">
                          <a:latin typeface="Aptos"/>
                        </a:rPr>
                        <a:t>Node。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ja-JP">
                          <a:latin typeface="Aptos"/>
                        </a:rPr>
                        <a:t>完全恢复。 重启后，</a:t>
                      </a:r>
                      <a:r>
                        <a:rPr lang="en-US">
                          <a:latin typeface="Aptos"/>
                        </a:rPr>
                        <a:t>Temporal </a:t>
                      </a:r>
                      <a:r>
                        <a:rPr lang="ja-JP">
                          <a:latin typeface="Aptos"/>
                        </a:rPr>
                        <a:t>调度器会自动找到停滞的工作流，并从最近一次成功的命令（如调用 </a:t>
                      </a:r>
                      <a:r>
                        <a:rPr lang="en-US">
                          <a:latin typeface="Aptos"/>
                        </a:rPr>
                        <a:t>LLM API）</a:t>
                      </a:r>
                      <a:r>
                        <a:rPr lang="ja-JP">
                          <a:latin typeface="Aptos"/>
                        </a:rPr>
                        <a:t>开始确定性地重放代码，确保从断点继续执行，且不重复执行已成功的外部操作。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910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2712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4CA74-BE62-F94F-0BD6-14027D8F7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开源项目佐证</a:t>
            </a:r>
            <a:endParaRPr lang="en-US">
              <a:ea typeface="ＭＳ Ｐゴシック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89C41-D51C-B20F-D2B4-358D7CA070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 b="1" err="1">
                <a:ea typeface="+mn-lt"/>
                <a:cs typeface="+mn-lt"/>
              </a:rPr>
              <a:t>Langflow</a:t>
            </a:r>
            <a:r>
              <a:rPr lang="en-US" altLang="ja-JP" sz="1800">
                <a:ea typeface="+mn-lt"/>
                <a:cs typeface="+mn-lt"/>
              </a:rPr>
              <a:t> </a:t>
            </a:r>
            <a:r>
              <a:rPr lang="ja-JP" altLang="en-US" sz="1800">
                <a:ea typeface="+mn-lt"/>
                <a:cs typeface="+mn-lt"/>
              </a:rPr>
              <a:t>或</a:t>
            </a:r>
            <a:r>
              <a:rPr lang="en-US" sz="1800">
                <a:ea typeface="+mn-lt"/>
                <a:cs typeface="+mn-lt"/>
              </a:rPr>
              <a:t> </a:t>
            </a:r>
            <a:r>
              <a:rPr lang="en-US" sz="1800" b="1" err="1">
                <a:ea typeface="+mn-lt"/>
                <a:cs typeface="+mn-lt"/>
              </a:rPr>
              <a:t>FlowiseAI</a:t>
            </a:r>
            <a:r>
              <a:rPr lang="ja-JP" altLang="en-US" sz="1800">
                <a:ea typeface="+mn-lt"/>
                <a:cs typeface="+mn-lt"/>
              </a:rPr>
              <a:t>项目采用了</a:t>
            </a:r>
            <a:r>
              <a:rPr lang="ja-JP" sz="1800">
                <a:ea typeface="+mn-lt"/>
                <a:cs typeface="+mn-lt"/>
              </a:rPr>
              <a:t>LangChain/Graph + React Flow技术框架</a:t>
            </a:r>
            <a:endParaRPr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2464705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88C0E-1E60-B5EF-0370-733C905E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Agentic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3F251-2DCD-4D8B-60C1-0424A58617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>
                <a:ea typeface="ＭＳ Ｐゴシック"/>
                <a:hlinkClick r:id="rId2"/>
              </a:rPr>
              <a:t>业务场景1的逻辑图</a:t>
            </a:r>
            <a:endParaRPr lang="en-US" altLang="ja-JP">
              <a:ea typeface="ＭＳ Ｐゴシック"/>
              <a:hlinkClick r:id="rId2"/>
            </a:endParaRPr>
          </a:p>
          <a:p>
            <a:endParaRPr lang="ja-JP" altLang="en-US">
              <a:ea typeface="ＭＳ Ｐゴシック"/>
            </a:endParaRPr>
          </a:p>
          <a:p>
            <a:pPr marL="0" indent="0">
              <a:buNone/>
            </a:pPr>
            <a:br>
              <a:rPr lang="ja-JP" altLang="en-US">
                <a:ea typeface="ＭＳ Ｐゴシック"/>
              </a:rPr>
            </a:br>
            <a:endParaRPr lang="en-US"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4388606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7217181-7CED-B0F5-49E5-8253D61B6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02" y="0"/>
            <a:ext cx="117311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2118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ADC1E-F78E-ECF0-16F8-23D69BEF3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ＭＳ Ｐゴシック"/>
              </a:rPr>
              <a:t>演算基本定义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8355FE-181B-3DB7-E4DE-8983BC3271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200" b="1">
                <a:solidFill>
                  <a:srgbClr val="242424"/>
                </a:solidFill>
                <a:latin typeface="Aptos"/>
              </a:rPr>
              <a:t>1.</a:t>
            </a:r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状态定义</a:t>
            </a:r>
            <a:endParaRPr lang="en-US" altLang="ja-JP" sz="1200" b="1">
              <a:latin typeface="Aptos"/>
              <a:ea typeface="ＭＳ Ｐゴシック"/>
            </a:endParaRPr>
          </a:p>
          <a:p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在图上每一个路径节点对应的是企业的某一个状态，可以是</a:t>
            </a:r>
            <a:r>
              <a:rPr lang="en-US" sz="1200" b="1">
                <a:solidFill>
                  <a:srgbClr val="242424"/>
                </a:solidFill>
                <a:latin typeface="Aptos"/>
              </a:rPr>
              <a:t>KPI</a:t>
            </a:r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指标的聚合，部门现状，项目列表，市场状态等</a:t>
            </a:r>
            <a:br>
              <a:rPr lang="en-US" sz="1200" b="1"/>
            </a:br>
            <a:endParaRPr lang="en-US" sz="1200" b="1"/>
          </a:p>
          <a:p>
            <a:r>
              <a:rPr lang="en-US" sz="1200" b="1">
                <a:solidFill>
                  <a:srgbClr val="242424"/>
                </a:solidFill>
                <a:latin typeface="Aptos"/>
              </a:rPr>
              <a:t>2.</a:t>
            </a:r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动作空间</a:t>
            </a:r>
            <a:endParaRPr lang="en-US" altLang="ja-JP" sz="1200" b="1">
              <a:latin typeface="Aptos"/>
              <a:ea typeface="ＭＳ Ｐゴシック"/>
            </a:endParaRPr>
          </a:p>
          <a:p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动作空间定义：为每个</a:t>
            </a:r>
            <a:r>
              <a:rPr lang="en-US" sz="1200" b="1">
                <a:solidFill>
                  <a:srgbClr val="242424"/>
                </a:solidFill>
                <a:latin typeface="Aptos"/>
              </a:rPr>
              <a:t> state</a:t>
            </a:r>
            <a:r>
              <a:rPr lang="en-US" altLang="ja-JP" sz="1200" b="1">
                <a:solidFill>
                  <a:srgbClr val="242424"/>
                </a:solidFill>
                <a:latin typeface="Aptos"/>
                <a:ea typeface="ＭＳ Ｐゴシック"/>
              </a:rPr>
              <a:t> </a:t>
            </a:r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转换定义一组可能动作（投资、招人、产品发布、合规审查、并购等）。动作可来源于知识库</a:t>
            </a:r>
            <a:r>
              <a:rPr lang="en-US" sz="1200" b="1">
                <a:solidFill>
                  <a:srgbClr val="242424"/>
                </a:solidFill>
                <a:latin typeface="Aptos"/>
              </a:rPr>
              <a:t>/</a:t>
            </a:r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历史案例抽取或</a:t>
            </a:r>
            <a:r>
              <a:rPr lang="en-US" sz="1200" b="1">
                <a:solidFill>
                  <a:srgbClr val="242424"/>
                </a:solidFill>
                <a:latin typeface="Aptos"/>
              </a:rPr>
              <a:t> LLM</a:t>
            </a:r>
            <a:r>
              <a:rPr lang="en-US" altLang="ja-JP" sz="1200" b="1">
                <a:solidFill>
                  <a:srgbClr val="242424"/>
                </a:solidFill>
                <a:latin typeface="Aptos"/>
                <a:ea typeface="ＭＳ Ｐゴシック"/>
              </a:rPr>
              <a:t> </a:t>
            </a:r>
            <a:r>
              <a:rPr lang="ja-JP" altLang="en-US" sz="1200" b="1">
                <a:solidFill>
                  <a:srgbClr val="242424"/>
                </a:solidFill>
                <a:latin typeface="Aptos"/>
                <a:ea typeface="ＭＳ Ｐゴシック"/>
              </a:rPr>
              <a:t>生成。</a:t>
            </a:r>
            <a:endParaRPr lang="en-US" altLang="ja-JP" sz="1200" b="1">
              <a:latin typeface="Aptos"/>
              <a:ea typeface="ＭＳ Ｐゴシック"/>
            </a:endParaRPr>
          </a:p>
          <a:p>
            <a:endParaRPr lang="ja-JP" altLang="en-US" sz="1200" b="1">
              <a:solidFill>
                <a:srgbClr val="242424"/>
              </a:solidFill>
              <a:latin typeface="Aptos"/>
              <a:ea typeface="ＭＳ Ｐゴシック"/>
            </a:endParaRPr>
          </a:p>
          <a:p>
            <a:r>
              <a:rPr lang="ja-JP" altLang="en-US" sz="1200" b="1">
                <a:solidFill>
                  <a:srgbClr val="242424"/>
                </a:solidFill>
                <a:ea typeface="ＭＳ Ｐゴシック"/>
              </a:rPr>
              <a:t>3.呈现状态</a:t>
            </a:r>
          </a:p>
          <a:p>
            <a:r>
              <a:rPr lang="ja-JP" altLang="en-US" sz="1200" b="1">
                <a:solidFill>
                  <a:srgbClr val="242424"/>
                </a:solidFill>
                <a:ea typeface="ＭＳ Ｐゴシック"/>
              </a:rPr>
              <a:t>离线模式下：根据企业当前状态，预配置的vision（或者llm生成），生成通向不同vision的地图，这部分不会实时演算。如果需要重新演算，则从企业当前状态重新开始。</a:t>
            </a:r>
          </a:p>
          <a:p>
            <a:r>
              <a:rPr lang="ja-JP" altLang="en-US" sz="1200" b="1">
                <a:solidFill>
                  <a:srgbClr val="242424"/>
                </a:solidFill>
                <a:ea typeface="ＭＳ Ｐゴシック"/>
              </a:rPr>
              <a:t>在线模式下：实时计算企业当前状态在地图的哪一点上。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8258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910EBF-FE95-8105-4423-5A4DC1A01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87" y="375465"/>
            <a:ext cx="11102545" cy="606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094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atMod val="150000"/>
                <a:shade val="98000"/>
                <a:lumMod val="102000"/>
              </a:schemeClr>
            </a:gs>
            <a:gs pos="50000">
              <a:schemeClr val="bg2">
                <a:tint val="98000"/>
                <a:satMod val="130000"/>
                <a:shade val="9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AA24DE7-C336-4994-8C52-D9B3F3D0F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53311" y="953311"/>
            <a:ext cx="10603149" cy="5263867"/>
          </a:xfrm>
          <a:prstGeom prst="roundRect">
            <a:avLst>
              <a:gd name="adj" fmla="val 156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A68F5A-44C9-11FB-8581-345014F93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40080"/>
            <a:ext cx="2752354" cy="2709275"/>
          </a:xfrm>
          <a:prstGeom prst="rect">
            <a:avLst/>
          </a:prstGeom>
          <a:solidFill>
            <a:schemeClr val="accent1"/>
          </a:solidFill>
          <a:ln w="174625" cmpd="thinThick">
            <a:solidFill>
              <a:schemeClr val="accent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权限现状（</a:t>
            </a:r>
            <a:r>
              <a:rPr lang="en-US" altLang="ja-JP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2026-2-24</a:t>
            </a:r>
            <a:r>
              <a:rPr lang="ja-JP" alt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）</a:t>
            </a: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86181B1-FEA6-80D9-12AC-A6D028EDFD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583" y="1596707"/>
            <a:ext cx="6712241" cy="3977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2148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lowchart: Document 15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AF73E3-D49B-6918-6FC5-AA47838D0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权限现状（</a:t>
            </a:r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2026-2-24</a:t>
            </a:r>
            <a:r>
              <a:rPr lang="ja-JP" alt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）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EE9EAB-CD9F-F8F4-FBA1-21E921367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07933" y="1133383"/>
            <a:ext cx="7347537" cy="4592209"/>
          </a:xfrm>
          <a:prstGeom prst="rect">
            <a:avLst/>
          </a:prstGeom>
        </p:spPr>
      </p:pic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C0456C-E71B-015F-87B3-0F9348945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15" y="5886450"/>
            <a:ext cx="110871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418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44370E-5749-21CA-8847-554104E54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权限问题（</a:t>
            </a:r>
            <a:r>
              <a:rPr lang="en-US" altLang="ja-JP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2026-2-24</a:t>
            </a:r>
            <a:r>
              <a:rPr lang="ja-JP" alt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）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diagram&#10;&#10;AI-generated content may be incorrect.">
            <a:extLst>
              <a:ext uri="{FF2B5EF4-FFF2-40B4-BE49-F238E27FC236}">
                <a16:creationId xmlns:a16="http://schemas.microsoft.com/office/drawing/2014/main" id="{225E3AD6-F840-85BA-006F-D05938513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646608"/>
            <a:ext cx="7347537" cy="556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6765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BC7DA4-21F4-7836-3EEE-DF53BB41B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3200" kern="1200">
                <a:solidFill>
                  <a:srgbClr val="FFFFFF"/>
                </a:solidFill>
                <a:latin typeface="+mj-lt"/>
                <a:ea typeface="ＭＳ Ｐゴシック"/>
                <a:cs typeface="+mj-cs"/>
              </a:rPr>
              <a:t>权限控制改进</a:t>
            </a:r>
            <a:r>
              <a:rPr lang="ja-JP" altLang="en-US" sz="3200">
                <a:solidFill>
                  <a:srgbClr val="FFFFFF"/>
                </a:solidFill>
                <a:ea typeface="ＭＳ Ｐゴシック"/>
              </a:rPr>
              <a:t>（增加single gateway）</a:t>
            </a:r>
            <a:endParaRPr lang="en-US" sz="32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06A8C53-7CD4-189F-F2D4-834B6B209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115014"/>
            <a:ext cx="7347537" cy="4628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618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3F2FD-72C4-6E6F-2546-C5A63D3F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51F1B3-227D-892B-3661-96845944A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 sz="3200" kern="1200">
                <a:solidFill>
                  <a:srgbClr val="FFFFFF"/>
                </a:solidFill>
                <a:latin typeface="+mj-lt"/>
                <a:ea typeface="ＭＳ Ｐゴシック"/>
                <a:cs typeface="+mj-cs"/>
              </a:rPr>
              <a:t>权限控制</a:t>
            </a:r>
            <a:r>
              <a:rPr lang="ja-JP" altLang="en-US" sz="3200">
                <a:solidFill>
                  <a:srgbClr val="FFFFFF"/>
                </a:solidFill>
                <a:ea typeface="ＭＳ Ｐゴシック"/>
              </a:rPr>
              <a:t>改进（增加single gateway）</a:t>
            </a:r>
            <a:endParaRPr lang="en-US" sz="3200" kern="1200">
              <a:solidFill>
                <a:srgbClr val="FFFFFF"/>
              </a:solidFill>
              <a:latin typeface="+mj-lt"/>
              <a:ea typeface="ＭＳ Ｐゴシック"/>
              <a:cs typeface="+mj-cs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80E263F-B091-CF6F-4D23-9F8440C489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729268"/>
            <a:ext cx="7347537" cy="5400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922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6215FE-5019-015D-8238-97CD6AE71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lowchart: Document 12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EC29B-931A-BA83-155C-FBC18B0ED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sz="3200" kern="1200">
                <a:solidFill>
                  <a:srgbClr val="FFFFFF"/>
                </a:solidFill>
                <a:latin typeface="+mj-lt"/>
                <a:ea typeface="ＭＳ Ｐゴシック"/>
                <a:cs typeface="+mj-cs"/>
              </a:rPr>
              <a:t>权限控制改进</a:t>
            </a:r>
            <a:r>
              <a:rPr lang="ja-JP" sz="3200">
                <a:solidFill>
                  <a:srgbClr val="FFFFFF"/>
                </a:solidFill>
                <a:ea typeface="ＭＳ Ｐゴシック"/>
              </a:rPr>
              <a:t>（增加single gateway）</a:t>
            </a:r>
            <a:endParaRPr lang="en-US" sz="3200" kern="1200">
              <a:solidFill>
                <a:srgbClr val="FFFFFF"/>
              </a:solidFill>
              <a:latin typeface="+mj-lt"/>
              <a:ea typeface="ＭＳ Ｐゴシック"/>
              <a:cs typeface="+mj-cs"/>
            </a:endParaRPr>
          </a:p>
        </p:txBody>
      </p:sp>
      <p:pic>
        <p:nvPicPr>
          <p:cNvPr id="5" name="Content Placeholder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610457E-1F7B-5224-FE03-5BC5B9D3B0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60574" y="1718396"/>
            <a:ext cx="10381158" cy="4946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602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FEB9B8-F95E-2706-7DDA-113770C9B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权限控制重构（</a:t>
            </a:r>
            <a:r>
              <a:rPr lang="en-US" altLang="ja-JP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unified </a:t>
            </a:r>
            <a:r>
              <a:rPr lang="en-US" altLang="ja-JP" sz="3200">
                <a:solidFill>
                  <a:schemeClr val="bg1"/>
                </a:solidFill>
                <a:ea typeface="ＭＳ Ｐゴシック"/>
              </a:rPr>
              <a:t>model</a:t>
            </a:r>
            <a:r>
              <a:rPr lang="en-US" altLang="ja-JP" sz="3200">
                <a:solidFill>
                  <a:schemeClr val="bg1"/>
                </a:solidFill>
              </a:rPr>
              <a:t>-</a:t>
            </a:r>
            <a:r>
              <a:rPr lang="en-US" sz="3200">
                <a:solidFill>
                  <a:schemeClr val="bg1"/>
                </a:solidFill>
              </a:rPr>
              <a:t> ABAC</a:t>
            </a:r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）</a:t>
            </a:r>
            <a:endParaRPr lang="en-US" sz="3200" kern="1200">
              <a:solidFill>
                <a:schemeClr val="bg1"/>
              </a:solidFill>
              <a:latin typeface="+mj-lt"/>
              <a:ea typeface="ＭＳ Ｐゴシック"/>
              <a:cs typeface="+mj-cs"/>
            </a:endParaRPr>
          </a:p>
        </p:txBody>
      </p:sp>
      <p:pic>
        <p:nvPicPr>
          <p:cNvPr id="4" name="Content Placeholder 3" descr="A diagram of a system&#10;&#10;AI-generated content may be incorrect.">
            <a:extLst>
              <a:ext uri="{FF2B5EF4-FFF2-40B4-BE49-F238E27FC236}">
                <a16:creationId xmlns:a16="http://schemas.microsoft.com/office/drawing/2014/main" id="{3BC8E5D5-B1E8-78A4-983C-7E48976EB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5309" y="1675227"/>
            <a:ext cx="8701382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6406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EEEE15-CA40-1D2D-7896-051CC4CF3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B14457B-332D-0486-0EBE-08D4C96FF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1CB00E-895F-7EB9-97F8-63466F13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权限控制重构（</a:t>
            </a:r>
            <a:r>
              <a:rPr lang="en-US" altLang="ja-JP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unified </a:t>
            </a:r>
            <a:r>
              <a:rPr lang="en-US" altLang="ja-JP" sz="3200">
                <a:solidFill>
                  <a:schemeClr val="bg1"/>
                </a:solidFill>
                <a:ea typeface="ＭＳ Ｐゴシック"/>
              </a:rPr>
              <a:t>model</a:t>
            </a:r>
            <a:r>
              <a:rPr lang="en-US" altLang="ja-JP" sz="3200">
                <a:solidFill>
                  <a:schemeClr val="bg1"/>
                </a:solidFill>
              </a:rPr>
              <a:t>-</a:t>
            </a:r>
            <a:r>
              <a:rPr lang="en-US" sz="3200">
                <a:solidFill>
                  <a:schemeClr val="bg1"/>
                </a:solidFill>
              </a:rPr>
              <a:t> ABAC</a:t>
            </a:r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）</a:t>
            </a:r>
            <a:endParaRPr lang="en-US" sz="3200" kern="1200">
              <a:solidFill>
                <a:schemeClr val="bg1"/>
              </a:solidFill>
              <a:latin typeface="+mj-lt"/>
              <a:ea typeface="ＭＳ Ｐゴシック"/>
              <a:cs typeface="+mj-cs"/>
            </a:endParaRPr>
          </a:p>
        </p:txBody>
      </p:sp>
      <p:pic>
        <p:nvPicPr>
          <p:cNvPr id="6" name="Content Placeholder 5" descr="A screenshot of a diagram&#10;&#10;AI-generated content may be incorrect.">
            <a:extLst>
              <a:ext uri="{FF2B5EF4-FFF2-40B4-BE49-F238E27FC236}">
                <a16:creationId xmlns:a16="http://schemas.microsoft.com/office/drawing/2014/main" id="{577ED1CF-2ED7-37A1-3830-52F2579967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23390" y="1825625"/>
            <a:ext cx="614521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94142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22257-A10C-EAA4-AC80-6AB26921D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59D33D-AEC8-32E7-90D4-222B379118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61EFA1-8AC1-4E5C-C227-20F5F688B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权限控制重构（</a:t>
            </a:r>
            <a:r>
              <a:rPr lang="en-US" altLang="ja-JP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unified </a:t>
            </a:r>
            <a:r>
              <a:rPr lang="en-US" altLang="ja-JP" sz="3200">
                <a:solidFill>
                  <a:schemeClr val="bg1"/>
                </a:solidFill>
                <a:ea typeface="ＭＳ Ｐゴシック"/>
              </a:rPr>
              <a:t>model</a:t>
            </a:r>
            <a:r>
              <a:rPr lang="en-US" altLang="ja-JP" sz="3200">
                <a:solidFill>
                  <a:schemeClr val="bg1"/>
                </a:solidFill>
              </a:rPr>
              <a:t>-</a:t>
            </a:r>
            <a:r>
              <a:rPr lang="en-US" sz="3200">
                <a:solidFill>
                  <a:schemeClr val="bg1"/>
                </a:solidFill>
              </a:rPr>
              <a:t> ABAC</a:t>
            </a:r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）</a:t>
            </a:r>
            <a:endParaRPr lang="en-US" sz="3200" kern="1200">
              <a:solidFill>
                <a:schemeClr val="bg1"/>
              </a:solidFill>
              <a:latin typeface="+mj-lt"/>
              <a:ea typeface="ＭＳ Ｐゴシック"/>
              <a:cs typeface="+mj-cs"/>
            </a:endParaRPr>
          </a:p>
        </p:txBody>
      </p:sp>
      <p:pic>
        <p:nvPicPr>
          <p:cNvPr id="5" name="Content Placeholder 4" descr="A screenshot of a project&#10;&#10;AI-generated content may be incorrect.">
            <a:extLst>
              <a:ext uri="{FF2B5EF4-FFF2-40B4-BE49-F238E27FC236}">
                <a16:creationId xmlns:a16="http://schemas.microsoft.com/office/drawing/2014/main" id="{7676D1C9-653B-E4ED-FA11-0745E33BD0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6450" y="1388412"/>
            <a:ext cx="7800083" cy="540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815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1EEF35-1169-1D04-5113-4F81E8E91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AD1C37-8B96-23A9-8A8A-6FFCEE6923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E430D-80F9-4948-E3B8-8DFC0D89F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权限控制重构（</a:t>
            </a:r>
            <a:r>
              <a:rPr lang="en-US" altLang="ja-JP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unified </a:t>
            </a:r>
            <a:r>
              <a:rPr lang="en-US" altLang="ja-JP" sz="3200">
                <a:solidFill>
                  <a:schemeClr val="bg1"/>
                </a:solidFill>
                <a:ea typeface="ＭＳ Ｐゴシック"/>
              </a:rPr>
              <a:t>model</a:t>
            </a:r>
            <a:r>
              <a:rPr lang="en-US" altLang="ja-JP" sz="3200">
                <a:solidFill>
                  <a:schemeClr val="bg1"/>
                </a:solidFill>
              </a:rPr>
              <a:t>-</a:t>
            </a:r>
            <a:r>
              <a:rPr lang="en-US" sz="3200">
                <a:solidFill>
                  <a:schemeClr val="bg1"/>
                </a:solidFill>
              </a:rPr>
              <a:t> ABAC</a:t>
            </a:r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）</a:t>
            </a:r>
            <a:endParaRPr lang="en-US" sz="3200" kern="1200">
              <a:solidFill>
                <a:schemeClr val="bg1"/>
              </a:solidFill>
              <a:latin typeface="+mj-lt"/>
              <a:ea typeface="ＭＳ Ｐゴシック"/>
              <a:cs typeface="+mj-cs"/>
            </a:endParaRPr>
          </a:p>
        </p:txBody>
      </p:sp>
      <p:pic>
        <p:nvPicPr>
          <p:cNvPr id="5" name="Content Placeholder 4" descr="A diagram of a process&#10;&#10;AI-generated content may be incorrect.">
            <a:extLst>
              <a:ext uri="{FF2B5EF4-FFF2-40B4-BE49-F238E27FC236}">
                <a16:creationId xmlns:a16="http://schemas.microsoft.com/office/drawing/2014/main" id="{FD230BF3-5859-5EFB-128F-89F1CB656E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53759" y="1394304"/>
            <a:ext cx="3381538" cy="5199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464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10BF7-6C5B-7BA0-46D2-3B64DB2D7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16FD41C-ACF5-0BF1-95AE-3C4D988F0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70500B-2D6C-DFCB-12BD-DFBD57637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权限控制重构（</a:t>
            </a:r>
            <a:r>
              <a:rPr lang="en-US" altLang="ja-JP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unified </a:t>
            </a:r>
            <a:r>
              <a:rPr lang="en-US" altLang="ja-JP" sz="3200">
                <a:solidFill>
                  <a:schemeClr val="bg1"/>
                </a:solidFill>
                <a:ea typeface="ＭＳ Ｐゴシック"/>
              </a:rPr>
              <a:t>model</a:t>
            </a:r>
            <a:r>
              <a:rPr lang="en-US" altLang="ja-JP" sz="3200">
                <a:solidFill>
                  <a:schemeClr val="bg1"/>
                </a:solidFill>
              </a:rPr>
              <a:t>-</a:t>
            </a:r>
            <a:r>
              <a:rPr lang="en-US" sz="3200">
                <a:solidFill>
                  <a:schemeClr val="bg1"/>
                </a:solidFill>
              </a:rPr>
              <a:t> ABAC</a:t>
            </a:r>
            <a:r>
              <a:rPr lang="ja-JP" altLang="en-US" sz="3200" kern="1200">
                <a:solidFill>
                  <a:schemeClr val="bg1"/>
                </a:solidFill>
                <a:latin typeface="+mj-lt"/>
                <a:ea typeface="ＭＳ Ｐゴシック"/>
                <a:cs typeface="+mj-cs"/>
              </a:rPr>
              <a:t>）</a:t>
            </a:r>
            <a:endParaRPr lang="en-US" sz="3200" kern="1200">
              <a:solidFill>
                <a:schemeClr val="bg1"/>
              </a:solidFill>
              <a:latin typeface="+mj-lt"/>
              <a:ea typeface="ＭＳ Ｐゴシック"/>
              <a:cs typeface="+mj-cs"/>
            </a:endParaRP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A14E24-27AE-6388-F7F9-EA3CFB015A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4886" y="1388412"/>
            <a:ext cx="5291201" cy="541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6841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7C34016242F74A8703056798E1EE2F" ma:contentTypeVersion="12" ma:contentTypeDescription="Create a new document." ma:contentTypeScope="" ma:versionID="892004d7ce5abfad9346eb54021a6754">
  <xsd:schema xmlns:xsd="http://www.w3.org/2001/XMLSchema" xmlns:xs="http://www.w3.org/2001/XMLSchema" xmlns:p="http://schemas.microsoft.com/office/2006/metadata/properties" xmlns:ns2="aa948d4e-4224-4c7a-8608-898c51e78912" xmlns:ns3="30815c24-6ea2-4348-8d1f-484b64b931dc" targetNamespace="http://schemas.microsoft.com/office/2006/metadata/properties" ma:root="true" ma:fieldsID="c15ae649b845112905829f50c4d4df0b" ns2:_="" ns3:_="">
    <xsd:import namespace="aa948d4e-4224-4c7a-8608-898c51e78912"/>
    <xsd:import namespace="30815c24-6ea2-4348-8d1f-484b64b931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948d4e-4224-4c7a-8608-898c51e789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9b5fb31-6e74-4bbd-a1b2-5ea6ef8e252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815c24-6ea2-4348-8d1f-484b64b931d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b644b5e-3328-48e3-ba5d-a1ac948837a9}" ma:internalName="TaxCatchAll" ma:showField="CatchAllData" ma:web="30815c24-6ea2-4348-8d1f-484b64b931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948d4e-4224-4c7a-8608-898c51e78912">
      <Terms xmlns="http://schemas.microsoft.com/office/infopath/2007/PartnerControls"/>
    </lcf76f155ced4ddcb4097134ff3c332f>
    <TaxCatchAll xmlns="30815c24-6ea2-4348-8d1f-484b64b931dc" xsi:nil="true"/>
  </documentManagement>
</p:properties>
</file>

<file path=customXml/itemProps1.xml><?xml version="1.0" encoding="utf-8"?>
<ds:datastoreItem xmlns:ds="http://schemas.openxmlformats.org/officeDocument/2006/customXml" ds:itemID="{5EAF2B80-5F84-46A1-A2F2-D06A07D5E8A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34F12F7-4475-4F9C-A3A3-1D5317F15C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948d4e-4224-4c7a-8608-898c51e78912"/>
    <ds:schemaRef ds:uri="30815c24-6ea2-4348-8d1f-484b64b931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F05BCD5-CDC6-47B9-B12E-19E3FD28273F}">
  <ds:schemaRefs>
    <ds:schemaRef ds:uri="30815c24-6ea2-4348-8d1f-484b64b931dc"/>
    <ds:schemaRef ds:uri="aa948d4e-4224-4c7a-8608-898c51e7891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30</Slides>
  <Notes>5</Notes>
  <HiddenSlides>2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EIM V2</vt:lpstr>
      <vt:lpstr>How: V2 system design</vt:lpstr>
      <vt:lpstr>What</vt:lpstr>
      <vt:lpstr>Foundation Prototype</vt:lpstr>
      <vt:lpstr>Causal chain</vt:lpstr>
      <vt:lpstr>PowerPoint Presentation</vt:lpstr>
      <vt:lpstr>PowerPoint Presentation</vt:lpstr>
      <vt:lpstr>Disk Scan</vt:lpstr>
      <vt:lpstr>Agentic workflow调研</vt:lpstr>
      <vt:lpstr>PowerPoint Presentation</vt:lpstr>
      <vt:lpstr>核心编排引擎</vt:lpstr>
      <vt:lpstr>LangGraph持久化</vt:lpstr>
      <vt:lpstr>PowerPoint Presentation</vt:lpstr>
      <vt:lpstr>故障场景对比</vt:lpstr>
      <vt:lpstr>开源项目佐证</vt:lpstr>
      <vt:lpstr>Agentic workflow</vt:lpstr>
      <vt:lpstr>PowerPoint Presentation</vt:lpstr>
      <vt:lpstr>演算基本定义</vt:lpstr>
      <vt:lpstr>PowerPoint Presentation</vt:lpstr>
      <vt:lpstr>权限现状（2026-2-24）</vt:lpstr>
      <vt:lpstr>权限现状（2026-2-24）</vt:lpstr>
      <vt:lpstr>权限问题（2026-2-24）</vt:lpstr>
      <vt:lpstr>权限控制改进（增加single gateway）</vt:lpstr>
      <vt:lpstr>权限控制改进（增加single gateway）</vt:lpstr>
      <vt:lpstr>权限控制改进（增加single gateway）</vt:lpstr>
      <vt:lpstr>权限控制重构（unified model- ABAC）</vt:lpstr>
      <vt:lpstr>权限控制重构（unified model- ABAC）</vt:lpstr>
      <vt:lpstr>权限控制重构（unified model- ABAC）</vt:lpstr>
      <vt:lpstr>权限控制重构（unified model- ABAC）</vt:lpstr>
      <vt:lpstr>权限控制重构（unified model- ABAC）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110</cp:revision>
  <dcterms:created xsi:type="dcterms:W3CDTF">2025-11-19T09:19:03Z</dcterms:created>
  <dcterms:modified xsi:type="dcterms:W3CDTF">2026-03-02T06:14:49Z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0x0101003D7C34016242F74A8703056798E1EE2F</vt:lpwstr>
  </property>
  <property fmtid="{D5CDD505-2E9C-101B-9397-08002B2CF9AE}" pid="3" name="MediaServiceImageTags">
    <vt:lpwstr/>
  </property>
  <property fmtid="{D5CDD505-2E9C-101B-9397-08002B2CF9AE}" pid="4" name="MSIP_Label_3b623b29-abd1-4de3-a20c-27566d79b7c7_Enabled">
    <vt:lpwstr>true</vt:lpwstr>
  </property>
  <property fmtid="{D5CDD505-2E9C-101B-9397-08002B2CF9AE}" pid="5" name="MSIP_Label_3b623b29-abd1-4de3-a20c-27566d79b7c7_SetDate">
    <vt:lpwstr>2025-11-20T03:30:36Z</vt:lpwstr>
  </property>
  <property fmtid="{D5CDD505-2E9C-101B-9397-08002B2CF9AE}" pid="6" name="MSIP_Label_3b623b29-abd1-4de3-a20c-27566d79b7c7_Method">
    <vt:lpwstr>Standard</vt:lpwstr>
  </property>
  <property fmtid="{D5CDD505-2E9C-101B-9397-08002B2CF9AE}" pid="7" name="MSIP_Label_3b623b29-abd1-4de3-a20c-27566d79b7c7_Name">
    <vt:lpwstr>3b623b29-abd1-4de3-a20c-27566d79b7c7</vt:lpwstr>
  </property>
  <property fmtid="{D5CDD505-2E9C-101B-9397-08002B2CF9AE}" pid="8" name="MSIP_Label_3b623b29-abd1-4de3-a20c-27566d79b7c7_SiteId">
    <vt:lpwstr>cbede638-a3d9-459f-8f4e-24ced73b4e5e</vt:lpwstr>
  </property>
  <property fmtid="{D5CDD505-2E9C-101B-9397-08002B2CF9AE}" pid="9" name="MSIP_Label_3b623b29-abd1-4de3-a20c-27566d79b7c7_ActionId">
    <vt:lpwstr>a3c51f91-d94c-46d0-b9bb-a1be2d6ae75d</vt:lpwstr>
  </property>
  <property fmtid="{D5CDD505-2E9C-101B-9397-08002B2CF9AE}" pid="10" name="MSIP_Label_3b623b29-abd1-4de3-a20c-27566d79b7c7_ContentBits">
    <vt:lpwstr>0</vt:lpwstr>
  </property>
  <property fmtid="{D5CDD505-2E9C-101B-9397-08002B2CF9AE}" pid="11" name="MSIP_Label_3b623b29-abd1-4de3-a20c-27566d79b7c7_Tag">
    <vt:lpwstr>10, 3, 0, 2</vt:lpwstr>
  </property>
</Properties>
</file>